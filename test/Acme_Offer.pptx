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heme/theme8.xml" ContentType="application/vnd.openxmlformats-officedocument.theme+xml"/>
  <Override PartName="/ppt/tags/tag78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9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80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6" r:id="rId4"/>
    <p:sldMasterId id="2147484103" r:id="rId5"/>
    <p:sldMasterId id="2147483955" r:id="rId6"/>
    <p:sldMasterId id="2147484091" r:id="rId7"/>
    <p:sldMasterId id="2147484008" r:id="rId8"/>
    <p:sldMasterId id="2147484154" r:id="rId9"/>
    <p:sldMasterId id="2147484174" r:id="rId10"/>
  </p:sldMasterIdLst>
  <p:notesMasterIdLst>
    <p:notesMasterId r:id="rId14"/>
  </p:notesMasterIdLst>
  <p:sldIdLst>
    <p:sldId id="2147378222" r:id="rId11"/>
    <p:sldId id="4269" r:id="rId12"/>
    <p:sldId id="2147378224" r:id="rId13"/>
  </p:sldIdLst>
  <p:sldSz cx="12192000" cy="6858000"/>
  <p:notesSz cx="6858000" cy="9144000"/>
  <p:custDataLst>
    <p:tags r:id="rId15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2B4F0AC0-6205-4DE8-B789-5BB804E1BFB1}">
          <p14:sldIdLst/>
        </p14:section>
        <p14:section name="Feladatmeghatározás" id="{A96C3169-7879-4D2A-8974-32A51F78EFC5}">
          <p14:sldIdLst/>
        </p14:section>
        <p14:section name="AJánlatunk" id="{CA481F62-C162-45ED-B7CA-7A792C6356F4}">
          <p14:sldIdLst>
            <p14:sldId id="2147378222"/>
            <p14:sldId id="4269"/>
            <p14:sldId id="2147378224"/>
          </p14:sldIdLst>
        </p14:section>
        <p14:section name="Módszertanok" id="{2ABAE62A-E651-4C5A-BBBB-CB9A583AA647}">
          <p14:sldIdLst/>
        </p14:section>
        <p14:section name="Szakmai csapat" id="{B11A3902-A2DE-49C7-988B-1D60AB68D8CC}">
          <p14:sldIdLst/>
        </p14:section>
        <p14:section name="BDO-ról" id="{034348F6-E4DE-4B73-B44A-D38531DAC9F1}">
          <p14:sldIdLst/>
        </p14:section>
      </p14:sectionLst>
    </p:ext>
    <p:ext uri="{EFAFB233-063F-42B5-8137-9DF3F51BA10A}">
      <p15:sldGuideLst xmlns:p15="http://schemas.microsoft.com/office/powerpoint/2012/main">
        <p15:guide id="1" pos="1572" userDrawn="1">
          <p15:clr>
            <a:srgbClr val="A4A3A4"/>
          </p15:clr>
        </p15:guide>
        <p15:guide id="2" pos="6766" userDrawn="1">
          <p15:clr>
            <a:srgbClr val="A4A3A4"/>
          </p15:clr>
        </p15:guide>
        <p15:guide id="3" orient="horz" pos="2455" userDrawn="1">
          <p15:clr>
            <a:srgbClr val="A4A3A4"/>
          </p15:clr>
        </p15:guide>
        <p15:guide id="4" orient="horz" pos="3680" userDrawn="1">
          <p15:clr>
            <a:srgbClr val="A4A3A4"/>
          </p15:clr>
        </p15:guide>
        <p15:guide id="5" orient="horz" pos="25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17689"/>
    <a:srgbClr val="44535F"/>
    <a:srgbClr val="ED1A3B"/>
    <a:srgbClr val="E81A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74" y="108"/>
      </p:cViewPr>
      <p:guideLst>
        <p:guide pos="1572"/>
        <p:guide pos="6766"/>
        <p:guide orient="horz" pos="2455"/>
        <p:guide orient="horz" pos="3680"/>
        <p:guide orient="horz" pos="254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Master" Target="slideMasters/slideMaster7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D40EAB-B1C1-466F-A379-7270C2C44A8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241EF904-3211-417A-9334-2EAE62C73978}">
      <dgm:prSet phldrT="[Szöveg]" custT="1"/>
      <dgm:spPr/>
      <dgm:t>
        <a:bodyPr/>
        <a:lstStyle/>
        <a:p>
          <a:pPr algn="l"/>
          <a:r>
            <a:rPr lang="hu-HU" sz="1400" b="0" kern="1200" dirty="0"/>
            <a:t>                 </a:t>
          </a:r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Teljesítendő feladat</a:t>
          </a:r>
        </a:p>
      </dgm:t>
    </dgm:pt>
    <dgm:pt modelId="{3ED13B6F-A321-4A18-8B30-9FEC2C15BA07}" type="parTrans" cxnId="{66519E46-833F-4935-8064-E40C8503D522}">
      <dgm:prSet/>
      <dgm:spPr/>
      <dgm:t>
        <a:bodyPr/>
        <a:lstStyle/>
        <a:p>
          <a:endParaRPr lang="hu-HU"/>
        </a:p>
      </dgm:t>
    </dgm:pt>
    <dgm:pt modelId="{AD14FCEF-470A-4AEC-96CE-468E0375B1D6}" type="sibTrans" cxnId="{66519E46-833F-4935-8064-E40C8503D522}">
      <dgm:prSet/>
      <dgm:spPr/>
      <dgm:t>
        <a:bodyPr/>
        <a:lstStyle/>
        <a:p>
          <a:endParaRPr lang="hu-HU"/>
        </a:p>
      </dgm:t>
    </dgm:pt>
    <dgm:pt modelId="{EF3F40EE-A3C8-486F-BE86-232298A5B065}">
      <dgm:prSet phldrT="[Szöveg]" custT="1"/>
      <dgm:spPr/>
      <dgm:t>
        <a:bodyPr/>
        <a:lstStyle/>
        <a:p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Elvárt eredmények</a:t>
          </a:r>
        </a:p>
      </dgm:t>
    </dgm:pt>
    <dgm:pt modelId="{E61462B8-1B41-46AA-A531-457CC87C9EE7}" type="parTrans" cxnId="{C4CAD5F7-FE28-4130-8767-511634CC5367}">
      <dgm:prSet/>
      <dgm:spPr/>
      <dgm:t>
        <a:bodyPr/>
        <a:lstStyle/>
        <a:p>
          <a:endParaRPr lang="hu-HU"/>
        </a:p>
      </dgm:t>
    </dgm:pt>
    <dgm:pt modelId="{9EAD3672-7AA8-4DD8-82F8-AA29C39B905C}" type="sibTrans" cxnId="{C4CAD5F7-FE28-4130-8767-511634CC5367}">
      <dgm:prSet/>
      <dgm:spPr/>
      <dgm:t>
        <a:bodyPr/>
        <a:lstStyle/>
        <a:p>
          <a:endParaRPr lang="hu-HU"/>
        </a:p>
      </dgm:t>
    </dgm:pt>
    <dgm:pt modelId="{0E2EFFB2-200D-47DA-A6B8-2AD930D78D3D}">
      <dgm:prSet phldrT="[Szöveg]" custT="1"/>
      <dgm:spPr/>
      <dgm:t>
        <a:bodyPr/>
        <a:lstStyle/>
        <a:p>
          <a:pPr algn="l"/>
          <a:r>
            <a:rPr lang="hu-HU" sz="1400" b="0" dirty="0">
              <a:latin typeface="Trebuchet MS" panose="020B0603020202020204" pitchFamily="34" charset="0"/>
            </a:rPr>
            <a:t>                           Tanácsadói díj</a:t>
          </a:r>
        </a:p>
      </dgm:t>
    </dgm:pt>
    <dgm:pt modelId="{D2D7D77A-1C66-4BF1-96E2-E515F12D6B90}" type="parTrans" cxnId="{49BC00D5-7E94-4707-85FC-A9775CAF9F74}">
      <dgm:prSet/>
      <dgm:spPr/>
      <dgm:t>
        <a:bodyPr/>
        <a:lstStyle/>
        <a:p>
          <a:endParaRPr lang="hu-HU"/>
        </a:p>
      </dgm:t>
    </dgm:pt>
    <dgm:pt modelId="{23379637-3B74-4D6D-884E-4FC8AB30267A}" type="sibTrans" cxnId="{49BC00D5-7E94-4707-85FC-A9775CAF9F74}">
      <dgm:prSet/>
      <dgm:spPr/>
      <dgm:t>
        <a:bodyPr/>
        <a:lstStyle/>
        <a:p>
          <a:endParaRPr lang="hu-HU"/>
        </a:p>
      </dgm:t>
    </dgm:pt>
    <dgm:pt modelId="{11112728-D44B-412F-8300-F445E480992E}" type="pres">
      <dgm:prSet presAssocID="{7FD40EAB-B1C1-466F-A379-7270C2C44A80}" presName="Name0" presStyleCnt="0">
        <dgm:presLayoutVars>
          <dgm:dir/>
          <dgm:resizeHandles val="exact"/>
        </dgm:presLayoutVars>
      </dgm:prSet>
      <dgm:spPr/>
    </dgm:pt>
    <dgm:pt modelId="{EB0F8324-DCF4-4518-8331-93AE7AC257C6}" type="pres">
      <dgm:prSet presAssocID="{241EF904-3211-417A-9334-2EAE62C73978}" presName="parTxOnly" presStyleLbl="node1" presStyleIdx="0" presStyleCnt="3" custScaleX="101330" custLinFactX="-4455" custLinFactNeighborX="-100000" custLinFactNeighborY="1212">
        <dgm:presLayoutVars>
          <dgm:bulletEnabled val="1"/>
        </dgm:presLayoutVars>
      </dgm:prSet>
      <dgm:spPr/>
    </dgm:pt>
    <dgm:pt modelId="{E32AED49-CB1B-47BB-BBA9-644ABC68A0F0}" type="pres">
      <dgm:prSet presAssocID="{AD14FCEF-470A-4AEC-96CE-468E0375B1D6}" presName="parSpace" presStyleCnt="0"/>
      <dgm:spPr/>
    </dgm:pt>
    <dgm:pt modelId="{175E0E55-C2A3-4EC1-ABC6-98005298EBF7}" type="pres">
      <dgm:prSet presAssocID="{EF3F40EE-A3C8-486F-BE86-232298A5B065}" presName="parTxOnly" presStyleLbl="node1" presStyleIdx="1" presStyleCnt="3" custScaleX="116103" custLinFactNeighborX="-2366">
        <dgm:presLayoutVars>
          <dgm:bulletEnabled val="1"/>
        </dgm:presLayoutVars>
      </dgm:prSet>
      <dgm:spPr/>
    </dgm:pt>
    <dgm:pt modelId="{B9EA4EC4-1C27-4C6D-82B1-445AF14306F6}" type="pres">
      <dgm:prSet presAssocID="{9EAD3672-7AA8-4DD8-82F8-AA29C39B905C}" presName="parSpace" presStyleCnt="0"/>
      <dgm:spPr/>
    </dgm:pt>
    <dgm:pt modelId="{A70C8474-67C9-4736-BACE-EEE555C4C03F}" type="pres">
      <dgm:prSet presAssocID="{0E2EFFB2-200D-47DA-A6B8-2AD930D78D3D}" presName="parTxOnly" presStyleLbl="node1" presStyleIdx="2" presStyleCnt="3" custLinFactNeighborY="-2710">
        <dgm:presLayoutVars>
          <dgm:bulletEnabled val="1"/>
        </dgm:presLayoutVars>
      </dgm:prSet>
      <dgm:spPr/>
    </dgm:pt>
  </dgm:ptLst>
  <dgm:cxnLst>
    <dgm:cxn modelId="{F6FCCF1C-C001-4BD4-96BE-8F4AE321CB23}" type="presOf" srcId="{0E2EFFB2-200D-47DA-A6B8-2AD930D78D3D}" destId="{A70C8474-67C9-4736-BACE-EEE555C4C03F}" srcOrd="0" destOrd="0" presId="urn:microsoft.com/office/officeart/2005/8/layout/hChevron3"/>
    <dgm:cxn modelId="{FDBF5438-23AE-4940-9827-495D25359D6B}" type="presOf" srcId="{7FD40EAB-B1C1-466F-A379-7270C2C44A80}" destId="{11112728-D44B-412F-8300-F445E480992E}" srcOrd="0" destOrd="0" presId="urn:microsoft.com/office/officeart/2005/8/layout/hChevron3"/>
    <dgm:cxn modelId="{66519E46-833F-4935-8064-E40C8503D522}" srcId="{7FD40EAB-B1C1-466F-A379-7270C2C44A80}" destId="{241EF904-3211-417A-9334-2EAE62C73978}" srcOrd="0" destOrd="0" parTransId="{3ED13B6F-A321-4A18-8B30-9FEC2C15BA07}" sibTransId="{AD14FCEF-470A-4AEC-96CE-468E0375B1D6}"/>
    <dgm:cxn modelId="{4508188C-E92C-4A8F-AE79-35DE5689389B}" type="presOf" srcId="{241EF904-3211-417A-9334-2EAE62C73978}" destId="{EB0F8324-DCF4-4518-8331-93AE7AC257C6}" srcOrd="0" destOrd="0" presId="urn:microsoft.com/office/officeart/2005/8/layout/hChevron3"/>
    <dgm:cxn modelId="{289511BC-2178-4C77-A6CF-2469A33EB10D}" type="presOf" srcId="{EF3F40EE-A3C8-486F-BE86-232298A5B065}" destId="{175E0E55-C2A3-4EC1-ABC6-98005298EBF7}" srcOrd="0" destOrd="0" presId="urn:microsoft.com/office/officeart/2005/8/layout/hChevron3"/>
    <dgm:cxn modelId="{49BC00D5-7E94-4707-85FC-A9775CAF9F74}" srcId="{7FD40EAB-B1C1-466F-A379-7270C2C44A80}" destId="{0E2EFFB2-200D-47DA-A6B8-2AD930D78D3D}" srcOrd="2" destOrd="0" parTransId="{D2D7D77A-1C66-4BF1-96E2-E515F12D6B90}" sibTransId="{23379637-3B74-4D6D-884E-4FC8AB30267A}"/>
    <dgm:cxn modelId="{C4CAD5F7-FE28-4130-8767-511634CC5367}" srcId="{7FD40EAB-B1C1-466F-A379-7270C2C44A80}" destId="{EF3F40EE-A3C8-486F-BE86-232298A5B065}" srcOrd="1" destOrd="0" parTransId="{E61462B8-1B41-46AA-A531-457CC87C9EE7}" sibTransId="{9EAD3672-7AA8-4DD8-82F8-AA29C39B905C}"/>
    <dgm:cxn modelId="{C34B863D-B9E7-48B9-89C1-6C6D75FDC01E}" type="presParOf" srcId="{11112728-D44B-412F-8300-F445E480992E}" destId="{EB0F8324-DCF4-4518-8331-93AE7AC257C6}" srcOrd="0" destOrd="0" presId="urn:microsoft.com/office/officeart/2005/8/layout/hChevron3"/>
    <dgm:cxn modelId="{082E1B2B-C444-4D08-87A1-A99587C64F33}" type="presParOf" srcId="{11112728-D44B-412F-8300-F445E480992E}" destId="{E32AED49-CB1B-47BB-BBA9-644ABC68A0F0}" srcOrd="1" destOrd="0" presId="urn:microsoft.com/office/officeart/2005/8/layout/hChevron3"/>
    <dgm:cxn modelId="{6A8DEA18-4569-483C-8402-D5265B789C68}" type="presParOf" srcId="{11112728-D44B-412F-8300-F445E480992E}" destId="{175E0E55-C2A3-4EC1-ABC6-98005298EBF7}" srcOrd="2" destOrd="0" presId="urn:microsoft.com/office/officeart/2005/8/layout/hChevron3"/>
    <dgm:cxn modelId="{74377CC0-819C-4761-9CE2-067E95A5F76C}" type="presParOf" srcId="{11112728-D44B-412F-8300-F445E480992E}" destId="{B9EA4EC4-1C27-4C6D-82B1-445AF14306F6}" srcOrd="3" destOrd="0" presId="urn:microsoft.com/office/officeart/2005/8/layout/hChevron3"/>
    <dgm:cxn modelId="{7887F831-BCE6-43D6-AA8C-0B86D0D735AF}" type="presParOf" srcId="{11112728-D44B-412F-8300-F445E480992E}" destId="{A70C8474-67C9-4736-BACE-EEE555C4C03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D40EAB-B1C1-466F-A379-7270C2C44A8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241EF904-3211-417A-9334-2EAE62C73978}">
      <dgm:prSet phldrT="[Szöveg]" custT="1"/>
      <dgm:spPr/>
      <dgm:t>
        <a:bodyPr/>
        <a:lstStyle/>
        <a:p>
          <a:pPr algn="l"/>
          <a:r>
            <a:rPr lang="hu-HU" sz="1400" b="0" kern="1200" dirty="0"/>
            <a:t>                  </a:t>
          </a:r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Teljesítendő feladat</a:t>
          </a:r>
        </a:p>
      </dgm:t>
    </dgm:pt>
    <dgm:pt modelId="{3ED13B6F-A321-4A18-8B30-9FEC2C15BA07}" type="parTrans" cxnId="{66519E46-833F-4935-8064-E40C8503D522}">
      <dgm:prSet/>
      <dgm:spPr/>
      <dgm:t>
        <a:bodyPr/>
        <a:lstStyle/>
        <a:p>
          <a:endParaRPr lang="hu-HU"/>
        </a:p>
      </dgm:t>
    </dgm:pt>
    <dgm:pt modelId="{AD14FCEF-470A-4AEC-96CE-468E0375B1D6}" type="sibTrans" cxnId="{66519E46-833F-4935-8064-E40C8503D522}">
      <dgm:prSet/>
      <dgm:spPr/>
      <dgm:t>
        <a:bodyPr/>
        <a:lstStyle/>
        <a:p>
          <a:endParaRPr lang="hu-HU"/>
        </a:p>
      </dgm:t>
    </dgm:pt>
    <dgm:pt modelId="{EF3F40EE-A3C8-486F-BE86-232298A5B065}">
      <dgm:prSet phldrT="[Szöveg]" custT="1"/>
      <dgm:spPr/>
      <dgm:t>
        <a:bodyPr/>
        <a:lstStyle/>
        <a:p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Elvárt eredmények</a:t>
          </a:r>
        </a:p>
      </dgm:t>
    </dgm:pt>
    <dgm:pt modelId="{E61462B8-1B41-46AA-A531-457CC87C9EE7}" type="parTrans" cxnId="{C4CAD5F7-FE28-4130-8767-511634CC5367}">
      <dgm:prSet/>
      <dgm:spPr/>
      <dgm:t>
        <a:bodyPr/>
        <a:lstStyle/>
        <a:p>
          <a:endParaRPr lang="hu-HU"/>
        </a:p>
      </dgm:t>
    </dgm:pt>
    <dgm:pt modelId="{9EAD3672-7AA8-4DD8-82F8-AA29C39B905C}" type="sibTrans" cxnId="{C4CAD5F7-FE28-4130-8767-511634CC5367}">
      <dgm:prSet/>
      <dgm:spPr/>
      <dgm:t>
        <a:bodyPr/>
        <a:lstStyle/>
        <a:p>
          <a:endParaRPr lang="hu-HU"/>
        </a:p>
      </dgm:t>
    </dgm:pt>
    <dgm:pt modelId="{0E2EFFB2-200D-47DA-A6B8-2AD930D78D3D}">
      <dgm:prSet phldrT="[Szöveg]" custT="1"/>
      <dgm:spPr/>
      <dgm:t>
        <a:bodyPr/>
        <a:lstStyle/>
        <a:p>
          <a:pPr algn="l"/>
          <a:r>
            <a:rPr lang="hu-HU" sz="1400" b="0" dirty="0">
              <a:latin typeface="Trebuchet MS" panose="020B0603020202020204" pitchFamily="34" charset="0"/>
            </a:rPr>
            <a:t>                          Tanácsadói díj</a:t>
          </a:r>
        </a:p>
      </dgm:t>
    </dgm:pt>
    <dgm:pt modelId="{D2D7D77A-1C66-4BF1-96E2-E515F12D6B90}" type="parTrans" cxnId="{49BC00D5-7E94-4707-85FC-A9775CAF9F74}">
      <dgm:prSet/>
      <dgm:spPr/>
      <dgm:t>
        <a:bodyPr/>
        <a:lstStyle/>
        <a:p>
          <a:endParaRPr lang="hu-HU"/>
        </a:p>
      </dgm:t>
    </dgm:pt>
    <dgm:pt modelId="{23379637-3B74-4D6D-884E-4FC8AB30267A}" type="sibTrans" cxnId="{49BC00D5-7E94-4707-85FC-A9775CAF9F74}">
      <dgm:prSet/>
      <dgm:spPr/>
      <dgm:t>
        <a:bodyPr/>
        <a:lstStyle/>
        <a:p>
          <a:endParaRPr lang="hu-HU"/>
        </a:p>
      </dgm:t>
    </dgm:pt>
    <dgm:pt modelId="{11112728-D44B-412F-8300-F445E480992E}" type="pres">
      <dgm:prSet presAssocID="{7FD40EAB-B1C1-466F-A379-7270C2C44A80}" presName="Name0" presStyleCnt="0">
        <dgm:presLayoutVars>
          <dgm:dir/>
          <dgm:resizeHandles val="exact"/>
        </dgm:presLayoutVars>
      </dgm:prSet>
      <dgm:spPr/>
    </dgm:pt>
    <dgm:pt modelId="{EB0F8324-DCF4-4518-8331-93AE7AC257C6}" type="pres">
      <dgm:prSet presAssocID="{241EF904-3211-417A-9334-2EAE62C73978}" presName="parTxOnly" presStyleLbl="node1" presStyleIdx="0" presStyleCnt="3" custScaleX="101330" custLinFactX="-4455" custLinFactNeighborX="-100000" custLinFactNeighborY="1212">
        <dgm:presLayoutVars>
          <dgm:bulletEnabled val="1"/>
        </dgm:presLayoutVars>
      </dgm:prSet>
      <dgm:spPr/>
    </dgm:pt>
    <dgm:pt modelId="{E32AED49-CB1B-47BB-BBA9-644ABC68A0F0}" type="pres">
      <dgm:prSet presAssocID="{AD14FCEF-470A-4AEC-96CE-468E0375B1D6}" presName="parSpace" presStyleCnt="0"/>
      <dgm:spPr/>
    </dgm:pt>
    <dgm:pt modelId="{175E0E55-C2A3-4EC1-ABC6-98005298EBF7}" type="pres">
      <dgm:prSet presAssocID="{EF3F40EE-A3C8-486F-BE86-232298A5B065}" presName="parTxOnly" presStyleLbl="node1" presStyleIdx="1" presStyleCnt="3" custScaleX="116103" custLinFactNeighborX="-2366">
        <dgm:presLayoutVars>
          <dgm:bulletEnabled val="1"/>
        </dgm:presLayoutVars>
      </dgm:prSet>
      <dgm:spPr/>
    </dgm:pt>
    <dgm:pt modelId="{B9EA4EC4-1C27-4C6D-82B1-445AF14306F6}" type="pres">
      <dgm:prSet presAssocID="{9EAD3672-7AA8-4DD8-82F8-AA29C39B905C}" presName="parSpace" presStyleCnt="0"/>
      <dgm:spPr/>
    </dgm:pt>
    <dgm:pt modelId="{A70C8474-67C9-4736-BACE-EEE555C4C03F}" type="pres">
      <dgm:prSet presAssocID="{0E2EFFB2-200D-47DA-A6B8-2AD930D78D3D}" presName="parTxOnly" presStyleLbl="node1" presStyleIdx="2" presStyleCnt="3" custLinFactNeighborY="-2710">
        <dgm:presLayoutVars>
          <dgm:bulletEnabled val="1"/>
        </dgm:presLayoutVars>
      </dgm:prSet>
      <dgm:spPr/>
    </dgm:pt>
  </dgm:ptLst>
  <dgm:cxnLst>
    <dgm:cxn modelId="{F6FCCF1C-C001-4BD4-96BE-8F4AE321CB23}" type="presOf" srcId="{0E2EFFB2-200D-47DA-A6B8-2AD930D78D3D}" destId="{A70C8474-67C9-4736-BACE-EEE555C4C03F}" srcOrd="0" destOrd="0" presId="urn:microsoft.com/office/officeart/2005/8/layout/hChevron3"/>
    <dgm:cxn modelId="{FDBF5438-23AE-4940-9827-495D25359D6B}" type="presOf" srcId="{7FD40EAB-B1C1-466F-A379-7270C2C44A80}" destId="{11112728-D44B-412F-8300-F445E480992E}" srcOrd="0" destOrd="0" presId="urn:microsoft.com/office/officeart/2005/8/layout/hChevron3"/>
    <dgm:cxn modelId="{66519E46-833F-4935-8064-E40C8503D522}" srcId="{7FD40EAB-B1C1-466F-A379-7270C2C44A80}" destId="{241EF904-3211-417A-9334-2EAE62C73978}" srcOrd="0" destOrd="0" parTransId="{3ED13B6F-A321-4A18-8B30-9FEC2C15BA07}" sibTransId="{AD14FCEF-470A-4AEC-96CE-468E0375B1D6}"/>
    <dgm:cxn modelId="{4508188C-E92C-4A8F-AE79-35DE5689389B}" type="presOf" srcId="{241EF904-3211-417A-9334-2EAE62C73978}" destId="{EB0F8324-DCF4-4518-8331-93AE7AC257C6}" srcOrd="0" destOrd="0" presId="urn:microsoft.com/office/officeart/2005/8/layout/hChevron3"/>
    <dgm:cxn modelId="{289511BC-2178-4C77-A6CF-2469A33EB10D}" type="presOf" srcId="{EF3F40EE-A3C8-486F-BE86-232298A5B065}" destId="{175E0E55-C2A3-4EC1-ABC6-98005298EBF7}" srcOrd="0" destOrd="0" presId="urn:microsoft.com/office/officeart/2005/8/layout/hChevron3"/>
    <dgm:cxn modelId="{49BC00D5-7E94-4707-85FC-A9775CAF9F74}" srcId="{7FD40EAB-B1C1-466F-A379-7270C2C44A80}" destId="{0E2EFFB2-200D-47DA-A6B8-2AD930D78D3D}" srcOrd="2" destOrd="0" parTransId="{D2D7D77A-1C66-4BF1-96E2-E515F12D6B90}" sibTransId="{23379637-3B74-4D6D-884E-4FC8AB30267A}"/>
    <dgm:cxn modelId="{C4CAD5F7-FE28-4130-8767-511634CC5367}" srcId="{7FD40EAB-B1C1-466F-A379-7270C2C44A80}" destId="{EF3F40EE-A3C8-486F-BE86-232298A5B065}" srcOrd="1" destOrd="0" parTransId="{E61462B8-1B41-46AA-A531-457CC87C9EE7}" sibTransId="{9EAD3672-7AA8-4DD8-82F8-AA29C39B905C}"/>
    <dgm:cxn modelId="{C34B863D-B9E7-48B9-89C1-6C6D75FDC01E}" type="presParOf" srcId="{11112728-D44B-412F-8300-F445E480992E}" destId="{EB0F8324-DCF4-4518-8331-93AE7AC257C6}" srcOrd="0" destOrd="0" presId="urn:microsoft.com/office/officeart/2005/8/layout/hChevron3"/>
    <dgm:cxn modelId="{082E1B2B-C444-4D08-87A1-A99587C64F33}" type="presParOf" srcId="{11112728-D44B-412F-8300-F445E480992E}" destId="{E32AED49-CB1B-47BB-BBA9-644ABC68A0F0}" srcOrd="1" destOrd="0" presId="urn:microsoft.com/office/officeart/2005/8/layout/hChevron3"/>
    <dgm:cxn modelId="{6A8DEA18-4569-483C-8402-D5265B789C68}" type="presParOf" srcId="{11112728-D44B-412F-8300-F445E480992E}" destId="{175E0E55-C2A3-4EC1-ABC6-98005298EBF7}" srcOrd="2" destOrd="0" presId="urn:microsoft.com/office/officeart/2005/8/layout/hChevron3"/>
    <dgm:cxn modelId="{74377CC0-819C-4761-9CE2-067E95A5F76C}" type="presParOf" srcId="{11112728-D44B-412F-8300-F445E480992E}" destId="{B9EA4EC4-1C27-4C6D-82B1-445AF14306F6}" srcOrd="3" destOrd="0" presId="urn:microsoft.com/office/officeart/2005/8/layout/hChevron3"/>
    <dgm:cxn modelId="{7887F831-BCE6-43D6-AA8C-0B86D0D735AF}" type="presParOf" srcId="{11112728-D44B-412F-8300-F445E480992E}" destId="{A70C8474-67C9-4736-BACE-EEE555C4C03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D40EAB-B1C1-466F-A379-7270C2C44A8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241EF904-3211-417A-9334-2EAE62C73978}">
      <dgm:prSet phldrT="[Szöveg]" custT="1"/>
      <dgm:spPr/>
      <dgm:t>
        <a:bodyPr/>
        <a:lstStyle/>
        <a:p>
          <a:pPr algn="l"/>
          <a:r>
            <a:rPr lang="hu-HU" sz="1400" b="0" kern="1200" dirty="0"/>
            <a:t>                  </a:t>
          </a:r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Teljesítendő feladat</a:t>
          </a:r>
        </a:p>
      </dgm:t>
    </dgm:pt>
    <dgm:pt modelId="{3ED13B6F-A321-4A18-8B30-9FEC2C15BA07}" type="parTrans" cxnId="{66519E46-833F-4935-8064-E40C8503D522}">
      <dgm:prSet/>
      <dgm:spPr/>
      <dgm:t>
        <a:bodyPr/>
        <a:lstStyle/>
        <a:p>
          <a:endParaRPr lang="hu-HU"/>
        </a:p>
      </dgm:t>
    </dgm:pt>
    <dgm:pt modelId="{AD14FCEF-470A-4AEC-96CE-468E0375B1D6}" type="sibTrans" cxnId="{66519E46-833F-4935-8064-E40C8503D522}">
      <dgm:prSet/>
      <dgm:spPr/>
      <dgm:t>
        <a:bodyPr/>
        <a:lstStyle/>
        <a:p>
          <a:endParaRPr lang="hu-HU"/>
        </a:p>
      </dgm:t>
    </dgm:pt>
    <dgm:pt modelId="{EF3F40EE-A3C8-486F-BE86-232298A5B065}">
      <dgm:prSet phldrT="[Szöveg]" custT="1"/>
      <dgm:spPr/>
      <dgm:t>
        <a:bodyPr/>
        <a:lstStyle/>
        <a:p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Elvárt eredmények</a:t>
          </a:r>
        </a:p>
      </dgm:t>
    </dgm:pt>
    <dgm:pt modelId="{E61462B8-1B41-46AA-A531-457CC87C9EE7}" type="parTrans" cxnId="{C4CAD5F7-FE28-4130-8767-511634CC5367}">
      <dgm:prSet/>
      <dgm:spPr/>
      <dgm:t>
        <a:bodyPr/>
        <a:lstStyle/>
        <a:p>
          <a:endParaRPr lang="hu-HU"/>
        </a:p>
      </dgm:t>
    </dgm:pt>
    <dgm:pt modelId="{9EAD3672-7AA8-4DD8-82F8-AA29C39B905C}" type="sibTrans" cxnId="{C4CAD5F7-FE28-4130-8767-511634CC5367}">
      <dgm:prSet/>
      <dgm:spPr/>
      <dgm:t>
        <a:bodyPr/>
        <a:lstStyle/>
        <a:p>
          <a:endParaRPr lang="hu-HU"/>
        </a:p>
      </dgm:t>
    </dgm:pt>
    <dgm:pt modelId="{0E2EFFB2-200D-47DA-A6B8-2AD930D78D3D}">
      <dgm:prSet phldrT="[Szöveg]" custT="1"/>
      <dgm:spPr/>
      <dgm:t>
        <a:bodyPr/>
        <a:lstStyle/>
        <a:p>
          <a:pPr algn="l"/>
          <a:r>
            <a:rPr lang="hu-HU" sz="1400" b="0" dirty="0">
              <a:latin typeface="Trebuchet MS" panose="020B0603020202020204" pitchFamily="34" charset="0"/>
            </a:rPr>
            <a:t>                          Tanácsadói díj</a:t>
          </a:r>
        </a:p>
      </dgm:t>
    </dgm:pt>
    <dgm:pt modelId="{D2D7D77A-1C66-4BF1-96E2-E515F12D6B90}" type="parTrans" cxnId="{49BC00D5-7E94-4707-85FC-A9775CAF9F74}">
      <dgm:prSet/>
      <dgm:spPr/>
      <dgm:t>
        <a:bodyPr/>
        <a:lstStyle/>
        <a:p>
          <a:endParaRPr lang="hu-HU"/>
        </a:p>
      </dgm:t>
    </dgm:pt>
    <dgm:pt modelId="{23379637-3B74-4D6D-884E-4FC8AB30267A}" type="sibTrans" cxnId="{49BC00D5-7E94-4707-85FC-A9775CAF9F74}">
      <dgm:prSet/>
      <dgm:spPr/>
      <dgm:t>
        <a:bodyPr/>
        <a:lstStyle/>
        <a:p>
          <a:endParaRPr lang="hu-HU"/>
        </a:p>
      </dgm:t>
    </dgm:pt>
    <dgm:pt modelId="{11112728-D44B-412F-8300-F445E480992E}" type="pres">
      <dgm:prSet presAssocID="{7FD40EAB-B1C1-466F-A379-7270C2C44A80}" presName="Name0" presStyleCnt="0">
        <dgm:presLayoutVars>
          <dgm:dir/>
          <dgm:resizeHandles val="exact"/>
        </dgm:presLayoutVars>
      </dgm:prSet>
      <dgm:spPr/>
    </dgm:pt>
    <dgm:pt modelId="{EB0F8324-DCF4-4518-8331-93AE7AC257C6}" type="pres">
      <dgm:prSet presAssocID="{241EF904-3211-417A-9334-2EAE62C73978}" presName="parTxOnly" presStyleLbl="node1" presStyleIdx="0" presStyleCnt="3" custScaleX="101330" custLinFactX="-4455" custLinFactNeighborX="-100000" custLinFactNeighborY="1212">
        <dgm:presLayoutVars>
          <dgm:bulletEnabled val="1"/>
        </dgm:presLayoutVars>
      </dgm:prSet>
      <dgm:spPr/>
    </dgm:pt>
    <dgm:pt modelId="{E32AED49-CB1B-47BB-BBA9-644ABC68A0F0}" type="pres">
      <dgm:prSet presAssocID="{AD14FCEF-470A-4AEC-96CE-468E0375B1D6}" presName="parSpace" presStyleCnt="0"/>
      <dgm:spPr/>
    </dgm:pt>
    <dgm:pt modelId="{175E0E55-C2A3-4EC1-ABC6-98005298EBF7}" type="pres">
      <dgm:prSet presAssocID="{EF3F40EE-A3C8-486F-BE86-232298A5B065}" presName="parTxOnly" presStyleLbl="node1" presStyleIdx="1" presStyleCnt="3" custScaleX="116103" custLinFactNeighborX="-2366">
        <dgm:presLayoutVars>
          <dgm:bulletEnabled val="1"/>
        </dgm:presLayoutVars>
      </dgm:prSet>
      <dgm:spPr/>
    </dgm:pt>
    <dgm:pt modelId="{B9EA4EC4-1C27-4C6D-82B1-445AF14306F6}" type="pres">
      <dgm:prSet presAssocID="{9EAD3672-7AA8-4DD8-82F8-AA29C39B905C}" presName="parSpace" presStyleCnt="0"/>
      <dgm:spPr/>
    </dgm:pt>
    <dgm:pt modelId="{A70C8474-67C9-4736-BACE-EEE555C4C03F}" type="pres">
      <dgm:prSet presAssocID="{0E2EFFB2-200D-47DA-A6B8-2AD930D78D3D}" presName="parTxOnly" presStyleLbl="node1" presStyleIdx="2" presStyleCnt="3" custLinFactNeighborY="-2710">
        <dgm:presLayoutVars>
          <dgm:bulletEnabled val="1"/>
        </dgm:presLayoutVars>
      </dgm:prSet>
      <dgm:spPr/>
    </dgm:pt>
  </dgm:ptLst>
  <dgm:cxnLst>
    <dgm:cxn modelId="{F6FCCF1C-C001-4BD4-96BE-8F4AE321CB23}" type="presOf" srcId="{0E2EFFB2-200D-47DA-A6B8-2AD930D78D3D}" destId="{A70C8474-67C9-4736-BACE-EEE555C4C03F}" srcOrd="0" destOrd="0" presId="urn:microsoft.com/office/officeart/2005/8/layout/hChevron3"/>
    <dgm:cxn modelId="{FDBF5438-23AE-4940-9827-495D25359D6B}" type="presOf" srcId="{7FD40EAB-B1C1-466F-A379-7270C2C44A80}" destId="{11112728-D44B-412F-8300-F445E480992E}" srcOrd="0" destOrd="0" presId="urn:microsoft.com/office/officeart/2005/8/layout/hChevron3"/>
    <dgm:cxn modelId="{66519E46-833F-4935-8064-E40C8503D522}" srcId="{7FD40EAB-B1C1-466F-A379-7270C2C44A80}" destId="{241EF904-3211-417A-9334-2EAE62C73978}" srcOrd="0" destOrd="0" parTransId="{3ED13B6F-A321-4A18-8B30-9FEC2C15BA07}" sibTransId="{AD14FCEF-470A-4AEC-96CE-468E0375B1D6}"/>
    <dgm:cxn modelId="{4508188C-E92C-4A8F-AE79-35DE5689389B}" type="presOf" srcId="{241EF904-3211-417A-9334-2EAE62C73978}" destId="{EB0F8324-DCF4-4518-8331-93AE7AC257C6}" srcOrd="0" destOrd="0" presId="urn:microsoft.com/office/officeart/2005/8/layout/hChevron3"/>
    <dgm:cxn modelId="{289511BC-2178-4C77-A6CF-2469A33EB10D}" type="presOf" srcId="{EF3F40EE-A3C8-486F-BE86-232298A5B065}" destId="{175E0E55-C2A3-4EC1-ABC6-98005298EBF7}" srcOrd="0" destOrd="0" presId="urn:microsoft.com/office/officeart/2005/8/layout/hChevron3"/>
    <dgm:cxn modelId="{49BC00D5-7E94-4707-85FC-A9775CAF9F74}" srcId="{7FD40EAB-B1C1-466F-A379-7270C2C44A80}" destId="{0E2EFFB2-200D-47DA-A6B8-2AD930D78D3D}" srcOrd="2" destOrd="0" parTransId="{D2D7D77A-1C66-4BF1-96E2-E515F12D6B90}" sibTransId="{23379637-3B74-4D6D-884E-4FC8AB30267A}"/>
    <dgm:cxn modelId="{C4CAD5F7-FE28-4130-8767-511634CC5367}" srcId="{7FD40EAB-B1C1-466F-A379-7270C2C44A80}" destId="{EF3F40EE-A3C8-486F-BE86-232298A5B065}" srcOrd="1" destOrd="0" parTransId="{E61462B8-1B41-46AA-A531-457CC87C9EE7}" sibTransId="{9EAD3672-7AA8-4DD8-82F8-AA29C39B905C}"/>
    <dgm:cxn modelId="{C34B863D-B9E7-48B9-89C1-6C6D75FDC01E}" type="presParOf" srcId="{11112728-D44B-412F-8300-F445E480992E}" destId="{EB0F8324-DCF4-4518-8331-93AE7AC257C6}" srcOrd="0" destOrd="0" presId="urn:microsoft.com/office/officeart/2005/8/layout/hChevron3"/>
    <dgm:cxn modelId="{082E1B2B-C444-4D08-87A1-A99587C64F33}" type="presParOf" srcId="{11112728-D44B-412F-8300-F445E480992E}" destId="{E32AED49-CB1B-47BB-BBA9-644ABC68A0F0}" srcOrd="1" destOrd="0" presId="urn:microsoft.com/office/officeart/2005/8/layout/hChevron3"/>
    <dgm:cxn modelId="{6A8DEA18-4569-483C-8402-D5265B789C68}" type="presParOf" srcId="{11112728-D44B-412F-8300-F445E480992E}" destId="{175E0E55-C2A3-4EC1-ABC6-98005298EBF7}" srcOrd="2" destOrd="0" presId="urn:microsoft.com/office/officeart/2005/8/layout/hChevron3"/>
    <dgm:cxn modelId="{74377CC0-819C-4761-9CE2-067E95A5F76C}" type="presParOf" srcId="{11112728-D44B-412F-8300-F445E480992E}" destId="{B9EA4EC4-1C27-4C6D-82B1-445AF14306F6}" srcOrd="3" destOrd="0" presId="urn:microsoft.com/office/officeart/2005/8/layout/hChevron3"/>
    <dgm:cxn modelId="{7887F831-BCE6-43D6-AA8C-0B86D0D735AF}" type="presParOf" srcId="{11112728-D44B-412F-8300-F445E480992E}" destId="{A70C8474-67C9-4736-BACE-EEE555C4C03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0F8324-DCF4-4518-8331-93AE7AC257C6}">
      <dsp:nvSpPr>
        <dsp:cNvPr id="0" name=""/>
        <dsp:cNvSpPr/>
      </dsp:nvSpPr>
      <dsp:spPr>
        <a:xfrm>
          <a:off x="0" y="0"/>
          <a:ext cx="4096042" cy="3602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kern="1200" dirty="0"/>
            <a:t>                 </a:t>
          </a:r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Teljesítendő feladat</a:t>
          </a:r>
        </a:p>
      </dsp:txBody>
      <dsp:txXfrm>
        <a:off x="0" y="0"/>
        <a:ext cx="4005969" cy="360292"/>
      </dsp:txXfrm>
    </dsp:sp>
    <dsp:sp modelId="{175E0E55-C2A3-4EC1-ABC6-98005298EBF7}">
      <dsp:nvSpPr>
        <dsp:cNvPr id="0" name=""/>
        <dsp:cNvSpPr/>
      </dsp:nvSpPr>
      <dsp:spPr>
        <a:xfrm>
          <a:off x="3269949" y="0"/>
          <a:ext cx="4693208" cy="3602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Elvárt eredmények</a:t>
          </a:r>
        </a:p>
      </dsp:txBody>
      <dsp:txXfrm>
        <a:off x="3450095" y="0"/>
        <a:ext cx="4332916" cy="360292"/>
      </dsp:txXfrm>
    </dsp:sp>
    <dsp:sp modelId="{A70C8474-67C9-4736-BACE-EEE555C4C03F}">
      <dsp:nvSpPr>
        <dsp:cNvPr id="0" name=""/>
        <dsp:cNvSpPr/>
      </dsp:nvSpPr>
      <dsp:spPr>
        <a:xfrm>
          <a:off x="7173829" y="0"/>
          <a:ext cx="4042280" cy="3602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kern="1200" dirty="0">
              <a:latin typeface="Trebuchet MS" panose="020B0603020202020204" pitchFamily="34" charset="0"/>
            </a:rPr>
            <a:t>                           Tanácsadói díj</a:t>
          </a:r>
        </a:p>
      </dsp:txBody>
      <dsp:txXfrm>
        <a:off x="7353975" y="0"/>
        <a:ext cx="3681988" cy="360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0F8324-DCF4-4518-8331-93AE7AC257C6}">
      <dsp:nvSpPr>
        <dsp:cNvPr id="0" name=""/>
        <dsp:cNvSpPr/>
      </dsp:nvSpPr>
      <dsp:spPr>
        <a:xfrm>
          <a:off x="0" y="0"/>
          <a:ext cx="4096042" cy="3602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kern="1200" dirty="0"/>
            <a:t>                  </a:t>
          </a:r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Teljesítendő feladat</a:t>
          </a:r>
        </a:p>
      </dsp:txBody>
      <dsp:txXfrm>
        <a:off x="0" y="0"/>
        <a:ext cx="4005969" cy="360292"/>
      </dsp:txXfrm>
    </dsp:sp>
    <dsp:sp modelId="{175E0E55-C2A3-4EC1-ABC6-98005298EBF7}">
      <dsp:nvSpPr>
        <dsp:cNvPr id="0" name=""/>
        <dsp:cNvSpPr/>
      </dsp:nvSpPr>
      <dsp:spPr>
        <a:xfrm>
          <a:off x="3269949" y="0"/>
          <a:ext cx="4693208" cy="3602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Elvárt eredmények</a:t>
          </a:r>
        </a:p>
      </dsp:txBody>
      <dsp:txXfrm>
        <a:off x="3450095" y="0"/>
        <a:ext cx="4332916" cy="360292"/>
      </dsp:txXfrm>
    </dsp:sp>
    <dsp:sp modelId="{A70C8474-67C9-4736-BACE-EEE555C4C03F}">
      <dsp:nvSpPr>
        <dsp:cNvPr id="0" name=""/>
        <dsp:cNvSpPr/>
      </dsp:nvSpPr>
      <dsp:spPr>
        <a:xfrm>
          <a:off x="7173830" y="0"/>
          <a:ext cx="4042280" cy="3602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kern="1200" dirty="0">
              <a:latin typeface="Trebuchet MS" panose="020B0603020202020204" pitchFamily="34" charset="0"/>
            </a:rPr>
            <a:t>                          Tanácsadói díj</a:t>
          </a:r>
        </a:p>
      </dsp:txBody>
      <dsp:txXfrm>
        <a:off x="7353976" y="0"/>
        <a:ext cx="3681988" cy="360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0F8324-DCF4-4518-8331-93AE7AC257C6}">
      <dsp:nvSpPr>
        <dsp:cNvPr id="0" name=""/>
        <dsp:cNvSpPr/>
      </dsp:nvSpPr>
      <dsp:spPr>
        <a:xfrm>
          <a:off x="0" y="0"/>
          <a:ext cx="4096042" cy="3602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kern="1200" dirty="0"/>
            <a:t>                  </a:t>
          </a:r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Teljesítendő feladat</a:t>
          </a:r>
        </a:p>
      </dsp:txBody>
      <dsp:txXfrm>
        <a:off x="0" y="0"/>
        <a:ext cx="4005969" cy="360292"/>
      </dsp:txXfrm>
    </dsp:sp>
    <dsp:sp modelId="{175E0E55-C2A3-4EC1-ABC6-98005298EBF7}">
      <dsp:nvSpPr>
        <dsp:cNvPr id="0" name=""/>
        <dsp:cNvSpPr/>
      </dsp:nvSpPr>
      <dsp:spPr>
        <a:xfrm>
          <a:off x="3269949" y="0"/>
          <a:ext cx="4693208" cy="3602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kern="1200" dirty="0">
              <a:solidFill>
                <a:srgbClr val="FFFFFF"/>
              </a:solidFill>
              <a:latin typeface="Trebuchet MS" panose="020B0603020202020204" pitchFamily="34" charset="0"/>
              <a:ea typeface="+mn-ea"/>
              <a:cs typeface="+mn-cs"/>
            </a:rPr>
            <a:t>Elvárt eredmények</a:t>
          </a:r>
        </a:p>
      </dsp:txBody>
      <dsp:txXfrm>
        <a:off x="3450095" y="0"/>
        <a:ext cx="4332916" cy="360292"/>
      </dsp:txXfrm>
    </dsp:sp>
    <dsp:sp modelId="{A70C8474-67C9-4736-BACE-EEE555C4C03F}">
      <dsp:nvSpPr>
        <dsp:cNvPr id="0" name=""/>
        <dsp:cNvSpPr/>
      </dsp:nvSpPr>
      <dsp:spPr>
        <a:xfrm>
          <a:off x="7173830" y="0"/>
          <a:ext cx="4042280" cy="3602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b="0" kern="1200" dirty="0">
              <a:latin typeface="Trebuchet MS" panose="020B0603020202020204" pitchFamily="34" charset="0"/>
            </a:rPr>
            <a:t>                          Tanácsadói díj</a:t>
          </a:r>
        </a:p>
      </dsp:txBody>
      <dsp:txXfrm>
        <a:off x="7353976" y="0"/>
        <a:ext cx="3681988" cy="360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B6DD3-65F1-49E5-B9C3-A99371D4335F}" type="datetimeFigureOut">
              <a:rPr lang="hu-HU" smtClean="0"/>
              <a:t>2024.11.05.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199D0-DA38-496F-9FC6-A7220F055FE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08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Relationship Id="rId4" Type="http://schemas.openxmlformats.org/officeDocument/2006/relationships/image" Target="../media/image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.xml"/><Relationship Id="rId4" Type="http://schemas.openxmlformats.org/officeDocument/2006/relationships/image" Target="../media/image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0.xml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oleObject" Target="../embeddings/oleObject31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12.svg"/><Relationship Id="rId4" Type="http://schemas.openxmlformats.org/officeDocument/2006/relationships/image" Target="../media/image2.emf"/><Relationship Id="rId9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4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5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6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8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9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41.xml"/><Relationship Id="rId4" Type="http://schemas.openxmlformats.org/officeDocument/2006/relationships/image" Target="../media/image2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42.xml"/><Relationship Id="rId4" Type="http://schemas.openxmlformats.org/officeDocument/2006/relationships/image" Target="../media/image2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43.xml"/><Relationship Id="rId4" Type="http://schemas.openxmlformats.org/officeDocument/2006/relationships/image" Target="../media/image2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44.xml"/><Relationship Id="rId4" Type="http://schemas.openxmlformats.org/officeDocument/2006/relationships/image" Target="../media/image2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45.xml"/><Relationship Id="rId4" Type="http://schemas.openxmlformats.org/officeDocument/2006/relationships/image" Target="../media/image2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46.xml"/><Relationship Id="rId4" Type="http://schemas.openxmlformats.org/officeDocument/2006/relationships/image" Target="../media/image2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47.xml"/><Relationship Id="rId4" Type="http://schemas.openxmlformats.org/officeDocument/2006/relationships/image" Target="../media/image2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48.xml"/><Relationship Id="rId4" Type="http://schemas.openxmlformats.org/officeDocument/2006/relationships/image" Target="../media/image2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49.xml"/><Relationship Id="rId4" Type="http://schemas.openxmlformats.org/officeDocument/2006/relationships/image" Target="../media/image2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50.xml"/><Relationship Id="rId4" Type="http://schemas.openxmlformats.org/officeDocument/2006/relationships/image" Target="../media/image2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51.xml"/><Relationship Id="rId4" Type="http://schemas.openxmlformats.org/officeDocument/2006/relationships/image" Target="../media/image2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5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5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5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5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56.xml"/><Relationship Id="rId4" Type="http://schemas.openxmlformats.org/officeDocument/2006/relationships/image" Target="../media/image1.emf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5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9.xml"/><Relationship Id="rId4" Type="http://schemas.openxmlformats.org/officeDocument/2006/relationships/image" Target="../media/image2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0.xml"/><Relationship Id="rId4" Type="http://schemas.openxmlformats.org/officeDocument/2006/relationships/image" Target="../media/image2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1.xml"/><Relationship Id="rId4" Type="http://schemas.openxmlformats.org/officeDocument/2006/relationships/image" Target="../media/image2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2.xml"/><Relationship Id="rId4" Type="http://schemas.openxmlformats.org/officeDocument/2006/relationships/image" Target="../media/image2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3.xml"/><Relationship Id="rId4" Type="http://schemas.openxmlformats.org/officeDocument/2006/relationships/image" Target="../media/image2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4.xml"/><Relationship Id="rId4" Type="http://schemas.openxmlformats.org/officeDocument/2006/relationships/image" Target="../media/image2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5.xml"/><Relationship Id="rId4" Type="http://schemas.openxmlformats.org/officeDocument/2006/relationships/image" Target="../media/image2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6.xml"/><Relationship Id="rId4" Type="http://schemas.openxmlformats.org/officeDocument/2006/relationships/image" Target="../media/image2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7.xml"/><Relationship Id="rId4" Type="http://schemas.openxmlformats.org/officeDocument/2006/relationships/image" Target="../media/image2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8.xml"/><Relationship Id="rId4" Type="http://schemas.openxmlformats.org/officeDocument/2006/relationships/image" Target="../media/image2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9.xml"/><Relationship Id="rId4" Type="http://schemas.openxmlformats.org/officeDocument/2006/relationships/image" Target="../media/image2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0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3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4.xml"/><Relationship Id="rId4" Type="http://schemas.openxmlformats.org/officeDocument/2006/relationships/image" Target="../media/image1.emf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oleObject" Target="../embeddings/oleObject74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5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12.svg"/><Relationship Id="rId4" Type="http://schemas.openxmlformats.org/officeDocument/2006/relationships/image" Target="../media/image2.emf"/><Relationship Id="rId9" Type="http://schemas.openxmlformats.org/officeDocument/2006/relationships/image" Target="../media/image11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6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51D9445-A071-4674-135F-54186F0AB4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005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1D9445-A071-4674-135F-54186F0AB4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544AB7-BF44-4E18-9A3B-0D9530071A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11217600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561D4AB5-3140-7D94-140F-AD0D11CE5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976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51D9445-A071-4674-135F-54186F0AB4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005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1D9445-A071-4674-135F-54186F0AB4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544AB7-BF44-4E18-9A3B-0D9530071A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11217600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561D4AB5-3140-7D94-140F-AD0D11CE5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740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1 column + corner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9BC02CB-529E-8E7E-5EE7-EE27FF3FF5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11963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BC02CB-529E-8E7E-5EE7-EE27FF3FF5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rnerstone">
            <a:extLst>
              <a:ext uri="{FF2B5EF4-FFF2-40B4-BE49-F238E27FC236}">
                <a16:creationId xmlns:a16="http://schemas.microsoft.com/office/drawing/2014/main" id="{A54BDA40-5E1D-7326-D19D-850EED5885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4942" y="1712913"/>
            <a:ext cx="7307058" cy="5145088"/>
          </a:xfrm>
          <a:custGeom>
            <a:avLst/>
            <a:gdLst>
              <a:gd name="connsiteX0" fmla="*/ 2928169 w 2928169"/>
              <a:gd name="connsiteY0" fmla="*/ 0 h 2050985"/>
              <a:gd name="connsiteX1" fmla="*/ 0 w 2928169"/>
              <a:gd name="connsiteY1" fmla="*/ 2050986 h 2050985"/>
              <a:gd name="connsiteX2" fmla="*/ 2928169 w 2928169"/>
              <a:gd name="connsiteY2" fmla="*/ 2050986 h 205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8169" h="2050985">
                <a:moveTo>
                  <a:pt x="2928169" y="0"/>
                </a:moveTo>
                <a:lnTo>
                  <a:pt x="0" y="2050986"/>
                </a:lnTo>
                <a:lnTo>
                  <a:pt x="2928169" y="2050986"/>
                </a:lnTo>
                <a:close/>
              </a:path>
            </a:pathLst>
          </a:custGeom>
          <a:solidFill>
            <a:srgbClr val="F2F2F2"/>
          </a:solidFill>
          <a:ln w="12644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1800"/>
          </a:p>
        </p:txBody>
      </p:sp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7889A0CE-B52E-DFE4-BCE5-D83997D304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0F68D664-8404-950C-B5FB-A3B561F560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B3B3B3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B3B3B3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E52B0A1-FDB7-6D14-19B5-DFDD821201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11217600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25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A9720AB-C9E4-9F2A-B77E-61F38D7543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0567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9720AB-C9E4-9F2A-B77E-61F38D7543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511B95B-47E2-928B-DFC9-FBD8439954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4127" y="1078029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96BEA28-49AB-34C2-BC44-FE176C1EBD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13570A88-350B-40D4-1CD0-A1EF7C74ED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6843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4B75967-55A7-4B22-80AB-F94B852BEF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6151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B75967-55A7-4B22-80AB-F94B852BEF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C6D1762-2898-F135-99F2-36C6B7E19F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8528" y="1076325"/>
            <a:ext cx="34984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2ECDAD1-BCC7-5B1B-D103-350381FB62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527" y="1076325"/>
            <a:ext cx="34984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E925142-A026-865F-9C1B-DDE8EC43BD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34984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9" name="page # placeholder">
            <a:extLst>
              <a:ext uri="{FF2B5EF4-FFF2-40B4-BE49-F238E27FC236}">
                <a16:creationId xmlns:a16="http://schemas.microsoft.com/office/drawing/2014/main" id="{5D409A04-D7E1-70BB-EFB7-2FAE55E15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550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2" pos="4943">
          <p15:clr>
            <a:srgbClr val="FBAE40"/>
          </p15:clr>
        </p15:guide>
        <p15:guide id="3" pos="2510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(FS) + text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4B40587-4512-36D5-8B46-1CFF1DC78C9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19818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B40587-4512-36D5-8B46-1CFF1DC78C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EB931FE2-43E2-1901-F98C-F93E60296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2F2F2"/>
          </a:solidFill>
        </p:spPr>
        <p:txBody>
          <a:bodyPr tIns="180000" rIns="360000" anchor="t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2483FD4-1ACF-5CB4-1DA9-6FD941F97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6" y="593725"/>
            <a:ext cx="3499200" cy="55334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46069359-FDF3-8D1C-F7EC-DCC2711A2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5" name="page # placeholder">
            <a:extLst>
              <a:ext uri="{FF2B5EF4-FFF2-40B4-BE49-F238E27FC236}">
                <a16:creationId xmlns:a16="http://schemas.microsoft.com/office/drawing/2014/main" id="{3CFF9D3D-7EE8-5B05-7C67-CBF544BC5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4224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1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7553D3A-8D10-2298-7690-5C60854F10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89310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553D3A-8D10-2298-7690-5C60854F10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5B935987-6AD1-22BE-B840-5BAE7AB9CF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6EAD0DF0-FAB9-40C4-13D3-BB9D8AA78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6275389" y="1078029"/>
            <a:ext cx="5429249" cy="5046736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224D1E6-36C4-DB84-E1BB-41E9BD2886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660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33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07433E1-AE99-6859-CDF2-BA2E2FB009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59758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7433E1-AE99-6859-CDF2-BA2E2FB00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D2FD1E-04CD-2688-E73E-7FAEDA65DF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6E1E4536-569D-1B79-508D-414EF1EBE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EB931FE2-43E2-1901-F98C-F93E60296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205788" y="1078029"/>
            <a:ext cx="3498850" cy="5046736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6737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43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-margin picture 33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A162BD0-7A68-1679-1CCE-DBF628F664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789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162BD0-7A68-1679-1CCE-DBF628F66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6292414-F160-6B42-C6F5-A5214F74B7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8205788" y="0"/>
            <a:ext cx="3986212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pyright placeholder">
            <a:extLst>
              <a:ext uri="{FF2B5EF4-FFF2-40B4-BE49-F238E27FC236}">
                <a16:creationId xmlns:a16="http://schemas.microsoft.com/office/drawing/2014/main" id="{0A03AA7A-D501-3DCB-509B-4C404266D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869438" y="6501416"/>
            <a:ext cx="835200" cy="360000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nl-NL"/>
              <a:t>© 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B5DE363B-2616-A089-8F39-867F245455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73612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BD208CC-539C-DCC7-60E4-55B9D872DB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572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43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-margin picture 33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01299E8-28C9-E1BA-954E-38E741533FD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4716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1299E8-28C9-E1BA-954E-38E741533F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A5C10FB-8338-BC20-7CC3-F1E00209B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3401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6292414-F160-6B42-C6F5-A5214F74B7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0" y="0"/>
            <a:ext cx="3986212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D352618A-544B-887C-A7BB-3445B7132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43400" y="6497708"/>
            <a:ext cx="65260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43400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1038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0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-margin picture 50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493FE98-6EA3-4C6D-AB73-9A0F35D7E0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092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93FE98-6EA3-4C6D-AB73-9A0F35D7E0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6EAD0DF0-FAB9-40C4-13D3-BB9D8AA78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6275389" y="0"/>
            <a:ext cx="5916611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pyright placeholder">
            <a:extLst>
              <a:ext uri="{FF2B5EF4-FFF2-40B4-BE49-F238E27FC236}">
                <a16:creationId xmlns:a16="http://schemas.microsoft.com/office/drawing/2014/main" id="{B3523954-B81A-9615-2E1D-0BC3999491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869438" y="6501416"/>
            <a:ext cx="835200" cy="360000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nl-NL"/>
              <a:t>© BDO</a:t>
            </a:r>
          </a:p>
        </p:txBody>
      </p:sp>
      <p:sp>
        <p:nvSpPr>
          <p:cNvPr id="12" name="page # placeholder">
            <a:extLst>
              <a:ext uri="{FF2B5EF4-FFF2-40B4-BE49-F238E27FC236}">
                <a16:creationId xmlns:a16="http://schemas.microsoft.com/office/drawing/2014/main" id="{4561D4CA-BD62-80B7-C535-6B67980C60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5429250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5429250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88396D1-A668-B1C3-2581-7AE204EC0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489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-margin picture 50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13736B7-FC8C-83CC-B0E6-195F7BC39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97347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3736B7-FC8C-83CC-B0E6-195F7BC39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6EAD0DF0-FAB9-40C4-13D3-BB9D8AA78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0" y="0"/>
            <a:ext cx="5916611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pyright placeholder">
            <a:extLst>
              <a:ext uri="{FF2B5EF4-FFF2-40B4-BE49-F238E27FC236}">
                <a16:creationId xmlns:a16="http://schemas.microsoft.com/office/drawing/2014/main" id="{B3523954-B81A-9615-2E1D-0BC3999491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869438" y="6501416"/>
            <a:ext cx="835200" cy="360000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nl-NL"/>
              <a:t>© 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1CA0AA45-FF16-E9C5-5739-F46790813E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6275387" y="6497708"/>
            <a:ext cx="4594051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275388" y="593724"/>
            <a:ext cx="5429250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4386B75-A8EC-A0C1-4865-84FA084001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4127" y="1078029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209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-margin object 33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1491327-86B8-2E15-C8C0-29B6E122BB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3465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91327-86B8-2E15-C8C0-29B6E122BB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background">
            <a:extLst>
              <a:ext uri="{FF2B5EF4-FFF2-40B4-BE49-F238E27FC236}">
                <a16:creationId xmlns:a16="http://schemas.microsoft.com/office/drawing/2014/main" id="{84AE8F4B-F0A7-1A08-78B7-51D93AA749B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206799" y="0"/>
            <a:ext cx="3985201" cy="6858000"/>
            <a:chOff x="8206799" y="0"/>
            <a:chExt cx="3985201" cy="6858000"/>
          </a:xfrm>
          <a:solidFill>
            <a:schemeClr val="bg2">
              <a:alpha val="60000"/>
            </a:schemeClr>
          </a:solidFill>
        </p:grpSpPr>
        <p:sp>
          <p:nvSpPr>
            <p:cNvPr id="21" name="background white">
              <a:extLst>
                <a:ext uri="{FF2B5EF4-FFF2-40B4-BE49-F238E27FC236}">
                  <a16:creationId xmlns:a16="http://schemas.microsoft.com/office/drawing/2014/main" id="{8F9E828C-BBF7-CDF8-3A9A-6C6268A4A6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800" y="0"/>
              <a:ext cx="3985200" cy="6857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E6CEE371-DE9D-96BF-FC7B-D7C8DD82AC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799" y="0"/>
              <a:ext cx="3985200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8" name="triangle pattern">
              <a:extLst>
                <a:ext uri="{FF2B5EF4-FFF2-40B4-BE49-F238E27FC236}">
                  <a16:creationId xmlns:a16="http://schemas.microsoft.com/office/drawing/2014/main" id="{DF996F05-B6FC-406F-00C3-5FDEA222016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3985200" cy="6858000"/>
            </a:xfrm>
            <a:prstGeom prst="rect">
              <a:avLst/>
            </a:prstGeom>
          </p:spPr>
        </p:pic>
      </p:grpSp>
      <p:sp>
        <p:nvSpPr>
          <p:cNvPr id="17" name="copyright">
            <a:extLst>
              <a:ext uri="{FF2B5EF4-FFF2-40B4-BE49-F238E27FC236}">
                <a16:creationId xmlns:a16="http://schemas.microsoft.com/office/drawing/2014/main" id="{3AE09934-1CB5-CC67-2000-6C714F04A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2" name="page # placeholder">
            <a:extLst>
              <a:ext uri="{FF2B5EF4-FFF2-40B4-BE49-F238E27FC236}">
                <a16:creationId xmlns:a16="http://schemas.microsoft.com/office/drawing/2014/main" id="{CC832D28-A95B-F132-1902-1B9E90A7AC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73612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4" name="object placeholder">
            <a:extLst>
              <a:ext uri="{FF2B5EF4-FFF2-40B4-BE49-F238E27FC236}">
                <a16:creationId xmlns:a16="http://schemas.microsoft.com/office/drawing/2014/main" id="{7097B9A8-31F9-D603-133A-8EA5BF0301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 hasCustomPrompt="1"/>
          </p:nvPr>
        </p:nvSpPr>
        <p:spPr>
          <a:xfrm>
            <a:off x="8567023" y="593725"/>
            <a:ext cx="31392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30F918-0B52-8C6E-D1F6-B5063298AD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527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43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-margin object 33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91DF1E-9E04-4175-DC4D-F515F84394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8565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91DF1E-9E04-4175-DC4D-F515F84394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background">
            <a:extLst>
              <a:ext uri="{FF2B5EF4-FFF2-40B4-BE49-F238E27FC236}">
                <a16:creationId xmlns:a16="http://schemas.microsoft.com/office/drawing/2014/main" id="{5566EF48-DACD-9DB2-FFEA-463350E27BC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3971925" cy="6858000"/>
            <a:chOff x="8206799" y="0"/>
            <a:chExt cx="3971925" cy="6858000"/>
          </a:xfrm>
          <a:solidFill>
            <a:schemeClr val="bg2"/>
          </a:solidFill>
        </p:grpSpPr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F3BA11E0-A75B-17D7-9842-622DC12CAB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799" y="0"/>
              <a:ext cx="3971925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333333"/>
                </a:solidFill>
              </a:endParaRPr>
            </a:p>
          </p:txBody>
        </p:sp>
        <p:pic>
          <p:nvPicPr>
            <p:cNvPr id="14" name="triangle pattern">
              <a:extLst>
                <a:ext uri="{FF2B5EF4-FFF2-40B4-BE49-F238E27FC236}">
                  <a16:creationId xmlns:a16="http://schemas.microsoft.com/office/drawing/2014/main" id="{24DCCC28-F0A8-7364-E7C3-8326A5C09F1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3971925" cy="6858000"/>
            </a:xfrm>
            <a:prstGeom prst="rect">
              <a:avLst/>
            </a:prstGeom>
          </p:spPr>
        </p:pic>
      </p:grp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8E440190-0DD8-4AF8-6A9A-43BD201DCB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footer placeholder">
            <a:extLst>
              <a:ext uri="{FF2B5EF4-FFF2-40B4-BE49-F238E27FC236}">
                <a16:creationId xmlns:a16="http://schemas.microsoft.com/office/drawing/2014/main" id="{4A211352-67BE-D66D-7E53-9D03DE41AD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38310" y="6497708"/>
            <a:ext cx="653184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7" name="object placeholder">
            <a:extLst>
              <a:ext uri="{FF2B5EF4-FFF2-40B4-BE49-F238E27FC236}">
                <a16:creationId xmlns:a16="http://schemas.microsoft.com/office/drawing/2014/main" id="{B1C18222-9FB9-C79E-242A-BC7857F2CF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 hasCustomPrompt="1"/>
          </p:nvPr>
        </p:nvSpPr>
        <p:spPr>
          <a:xfrm>
            <a:off x="485775" y="593725"/>
            <a:ext cx="31248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20" name="title placeholder">
            <a:extLst>
              <a:ext uri="{FF2B5EF4-FFF2-40B4-BE49-F238E27FC236}">
                <a16:creationId xmlns:a16="http://schemas.microsoft.com/office/drawing/2014/main" id="{E9AB5781-EDD2-932C-5375-A028EADBDA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43400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C21E61D-E588-DBFF-C618-176EE57992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3401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595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0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-margin object 50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0CB3D38-D2F1-A94B-D247-57C1BBAE82F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5447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CB3D38-D2F1-A94B-D247-57C1BBAE82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background">
            <a:extLst>
              <a:ext uri="{FF2B5EF4-FFF2-40B4-BE49-F238E27FC236}">
                <a16:creationId xmlns:a16="http://schemas.microsoft.com/office/drawing/2014/main" id="{FACDFFED-2EB9-B27B-8A3B-C9BDDFE279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76975" y="0"/>
            <a:ext cx="5915025" cy="6858000"/>
            <a:chOff x="6276975" y="0"/>
            <a:chExt cx="5915025" cy="6858000"/>
          </a:xfrm>
          <a:solidFill>
            <a:schemeClr val="bg2">
              <a:alpha val="60000"/>
            </a:schemeClr>
          </a:solidFill>
        </p:grpSpPr>
        <p:sp>
          <p:nvSpPr>
            <p:cNvPr id="12" name="background white">
              <a:extLst>
                <a:ext uri="{FF2B5EF4-FFF2-40B4-BE49-F238E27FC236}">
                  <a16:creationId xmlns:a16="http://schemas.microsoft.com/office/drawing/2014/main" id="{B5576CD1-707D-54B6-2DAE-36E806562D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76975" y="0"/>
              <a:ext cx="5915025" cy="6857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0B3A2DD8-E0B8-6056-D24A-35A947133F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76975" y="0"/>
              <a:ext cx="5915024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3" name="triangle pattern">
              <a:extLst>
                <a:ext uri="{FF2B5EF4-FFF2-40B4-BE49-F238E27FC236}">
                  <a16:creationId xmlns:a16="http://schemas.microsoft.com/office/drawing/2014/main" id="{9773A6C6-B89C-2737-D0F1-EE3AAB8B4474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76975" y="0"/>
              <a:ext cx="5914800" cy="6858000"/>
            </a:xfrm>
            <a:prstGeom prst="rect">
              <a:avLst/>
            </a:prstGeom>
          </p:spPr>
        </p:pic>
      </p:grpSp>
      <p:sp>
        <p:nvSpPr>
          <p:cNvPr id="15" name="copyright">
            <a:extLst>
              <a:ext uri="{FF2B5EF4-FFF2-40B4-BE49-F238E27FC236}">
                <a16:creationId xmlns:a16="http://schemas.microsoft.com/office/drawing/2014/main" id="{A83C15DC-C210-A122-38E7-A21652F0BC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F1BB644A-A1B9-F70D-1E69-C477E3BA47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DC0757E2-983B-A278-7B89-199AE33F0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5429251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8" name="object placeholder">
            <a:extLst>
              <a:ext uri="{FF2B5EF4-FFF2-40B4-BE49-F238E27FC236}">
                <a16:creationId xmlns:a16="http://schemas.microsoft.com/office/drawing/2014/main" id="{265339A2-0486-D773-89C0-8B3271FB77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 hasCustomPrompt="1"/>
          </p:nvPr>
        </p:nvSpPr>
        <p:spPr>
          <a:xfrm>
            <a:off x="6635838" y="593725"/>
            <a:ext cx="50688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21" name="title placeholder">
            <a:extLst>
              <a:ext uri="{FF2B5EF4-FFF2-40B4-BE49-F238E27FC236}">
                <a16:creationId xmlns:a16="http://schemas.microsoft.com/office/drawing/2014/main" id="{4EEF6F6D-DD3B-12EC-DF82-4590E3AB3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542925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hu-HU"/>
              <a:t>Mintacím szerkesztése</a:t>
            </a:r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07A5807-18A5-1EEE-9901-1EDFF1D94C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678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51D9445-A071-4674-135F-54186F0AB4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1997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1D9445-A071-4674-135F-54186F0AB4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561D4AB5-3140-7D94-140F-AD0D11CE5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ctr" defTabSz="914400" rtl="0" eaLnBrk="1" latinLnBrk="0" hangingPunct="1">
              <a:defRPr sz="800" kern="1200">
                <a:solidFill>
                  <a:srgbClr val="B3B3B3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800" kern="1200">
                <a:solidFill>
                  <a:srgbClr val="B3B3B3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31" name="copyright">
            <a:extLst>
              <a:ext uri="{FF2B5EF4-FFF2-40B4-BE49-F238E27FC236}">
                <a16:creationId xmlns:a16="http://schemas.microsoft.com/office/drawing/2014/main" id="{7296F2C4-4799-4CD5-B9EF-5D6860EA7AA3}"/>
              </a:ext>
            </a:extLst>
          </p:cNvPr>
          <p:cNvSpPr/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66" name="GUIDE_I">
            <a:extLst>
              <a:ext uri="{FF2B5EF4-FFF2-40B4-BE49-F238E27FC236}">
                <a16:creationId xmlns:a16="http://schemas.microsoft.com/office/drawing/2014/main" id="{A6458387-8BB7-2A81-0020-4EBAD7330592}"/>
              </a:ext>
            </a:extLst>
          </p:cNvPr>
          <p:cNvSpPr/>
          <p:nvPr/>
        </p:nvSpPr>
        <p:spPr>
          <a:xfrm>
            <a:off x="6271590" y="1314450"/>
            <a:ext cx="5920410" cy="4814888"/>
          </a:xfrm>
          <a:prstGeom prst="rect">
            <a:avLst/>
          </a:prstGeom>
          <a:solidFill>
            <a:srgbClr val="EC466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hu-HU" sz="1600" b="1" i="1" u="sng">
                <a:solidFill>
                  <a:schemeClr val="bg1"/>
                </a:solidFill>
              </a:rPr>
              <a:t>Gombok</a:t>
            </a:r>
            <a:r>
              <a:rPr lang="hu-HU" sz="1600" b="0" u="sng">
                <a:solidFill>
                  <a:schemeClr val="bg1"/>
                </a:solidFill>
              </a:rPr>
              <a:t>:</a:t>
            </a:r>
          </a:p>
          <a:p>
            <a:pPr algn="l"/>
            <a:endParaRPr lang="hu-HU" sz="600" b="0">
              <a:solidFill>
                <a:schemeClr val="bg1"/>
              </a:solidFill>
            </a:endParaRPr>
          </a:p>
          <a:p>
            <a:pPr algn="l">
              <a:spcAft>
                <a:spcPts val="300"/>
              </a:spcAft>
            </a:pPr>
            <a:r>
              <a:rPr lang="hu-HU" sz="1400" b="0" u="sng">
                <a:solidFill>
                  <a:schemeClr val="bg1"/>
                </a:solidFill>
              </a:rPr>
              <a:t>Tartalomjegyzék generálása</a:t>
            </a:r>
            <a:r>
              <a:rPr lang="hu-HU" sz="1400" b="0">
                <a:solidFill>
                  <a:schemeClr val="bg1"/>
                </a:solidFill>
              </a:rPr>
              <a:t>: Törli a meglévő Tartalomjegyzéket,</a:t>
            </a:r>
            <a:br>
              <a:rPr lang="hu-HU" sz="1400" b="0">
                <a:solidFill>
                  <a:schemeClr val="bg1"/>
                </a:solidFill>
              </a:rPr>
            </a:br>
            <a:r>
              <a:rPr lang="hu-HU" sz="1400" b="0">
                <a:solidFill>
                  <a:schemeClr val="bg1"/>
                </a:solidFill>
              </a:rPr>
              <a:t>legenerálja az újat, és ha hiányzik a prezentációból beilleszt egy Segéd diát.</a:t>
            </a:r>
          </a:p>
          <a:p>
            <a:pPr algn="l">
              <a:spcAft>
                <a:spcPts val="300"/>
              </a:spcAft>
            </a:pPr>
            <a:r>
              <a:rPr lang="hu-HU" sz="1400" b="0" u="sng">
                <a:solidFill>
                  <a:schemeClr val="bg1"/>
                </a:solidFill>
              </a:rPr>
              <a:t>Tartalomjegyzék törlése</a:t>
            </a:r>
            <a:r>
              <a:rPr lang="hu-HU" sz="1400" b="0">
                <a:solidFill>
                  <a:schemeClr val="bg1"/>
                </a:solidFill>
              </a:rPr>
              <a:t>: Törli a tartalomjegyzéket</a:t>
            </a:r>
          </a:p>
          <a:p>
            <a:pPr algn="l">
              <a:spcAft>
                <a:spcPts val="300"/>
              </a:spcAft>
            </a:pPr>
            <a:r>
              <a:rPr lang="hu-HU" sz="1400" b="0" u="sng">
                <a:solidFill>
                  <a:schemeClr val="bg1"/>
                </a:solidFill>
              </a:rPr>
              <a:t>Útmutató hozzáadása</a:t>
            </a:r>
            <a:r>
              <a:rPr lang="hu-HU" sz="1400" b="0">
                <a:solidFill>
                  <a:schemeClr val="bg1"/>
                </a:solidFill>
              </a:rPr>
              <a:t>: Hozzáad egy új Segéd diát a prezentáció elejére</a:t>
            </a:r>
          </a:p>
          <a:p>
            <a:pPr algn="l">
              <a:spcAft>
                <a:spcPts val="300"/>
              </a:spcAft>
            </a:pPr>
            <a:r>
              <a:rPr lang="hu-HU" sz="1400" b="0" u="sng">
                <a:solidFill>
                  <a:schemeClr val="bg1"/>
                </a:solidFill>
              </a:rPr>
              <a:t>Útmutató törlése</a:t>
            </a:r>
            <a:r>
              <a:rPr lang="hu-HU" sz="1400" b="0">
                <a:solidFill>
                  <a:schemeClr val="bg1"/>
                </a:solidFill>
              </a:rPr>
              <a:t>: Törli az útmutatót</a:t>
            </a:r>
          </a:p>
          <a:p>
            <a:pPr algn="l">
              <a:spcAft>
                <a:spcPts val="1200"/>
              </a:spcAft>
            </a:pPr>
            <a:r>
              <a:rPr lang="hu-HU" sz="1400" b="0" u="sng">
                <a:solidFill>
                  <a:schemeClr val="bg1"/>
                </a:solidFill>
              </a:rPr>
              <a:t>Útmutató keresése</a:t>
            </a:r>
            <a:r>
              <a:rPr lang="hu-HU" sz="1400" b="0">
                <a:solidFill>
                  <a:schemeClr val="bg1"/>
                </a:solidFill>
              </a:rPr>
              <a:t>: Megmondja </a:t>
            </a:r>
            <a:r>
              <a:rPr lang="hu-HU" sz="1400" b="0" err="1">
                <a:solidFill>
                  <a:schemeClr val="bg1"/>
                </a:solidFill>
              </a:rPr>
              <a:t>hanyadik</a:t>
            </a:r>
            <a:r>
              <a:rPr lang="hu-HU" sz="1400" b="0">
                <a:solidFill>
                  <a:schemeClr val="bg1"/>
                </a:solidFill>
              </a:rPr>
              <a:t> dia az útmutató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hu-HU" sz="1600" b="1" i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Instrukciók:</a:t>
            </a:r>
          </a:p>
          <a:p>
            <a:pPr marL="119063" marR="0" lvl="0" indent="-119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400" b="0" u="none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Ments sűrűn,</a:t>
            </a:r>
          </a:p>
          <a:p>
            <a:pPr marL="119063" marR="0" lvl="0" indent="-119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400" b="0" u="none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Max 8 fejezet,</a:t>
            </a:r>
          </a:p>
          <a:p>
            <a:pPr marL="119063" marR="0" lvl="0" indent="-119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400" b="0" u="none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 Szakaszok nevei fogják adni a fejezetcímeket,</a:t>
            </a:r>
          </a:p>
          <a:p>
            <a:pPr marL="119063" marR="0" lvl="0" indent="-119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400" b="0" u="none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Az alpontokat/</a:t>
            </a:r>
            <a:r>
              <a:rPr lang="hu-HU" sz="1400" b="0" u="none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bulletpontokat</a:t>
            </a:r>
            <a:r>
              <a:rPr lang="hu-HU" sz="1400" b="0" u="none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az itt található szövegdobozokban tudod megadni,</a:t>
            </a:r>
          </a:p>
          <a:p>
            <a:pPr marL="576263" marR="0" lvl="1" indent="-119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400" b="0" u="none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Ha nem akarsz alpontot egy fejezethez akkor töröld a szövegdoboz tartalmát</a:t>
            </a:r>
          </a:p>
          <a:p>
            <a:pPr marL="119063" marR="0" lvl="0" indent="-119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400" b="0" u="none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Ctrl</a:t>
            </a:r>
            <a:r>
              <a:rPr lang="hu-HU" sz="1400" b="0" u="none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+ Z itt is a jó barátod,</a:t>
            </a:r>
          </a:p>
          <a:p>
            <a:pPr marL="119063" marR="0" lvl="0" indent="-119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400" b="0" u="none" kern="1200">
                <a:solidFill>
                  <a:schemeClr val="tx2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A Tartalomjegyzék befejeztével töröld ezt a diát.</a:t>
            </a:r>
          </a:p>
          <a:p>
            <a:pPr algn="l">
              <a:spcAft>
                <a:spcPts val="300"/>
              </a:spcAft>
            </a:pPr>
            <a:endParaRPr lang="hu-HU" sz="1400" b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111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-margin object 50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8DE8AC-446C-0AF8-CEB2-CA6F2C6C3B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0735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8DE8AC-446C-0AF8-CEB2-CA6F2C6C3B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background">
            <a:extLst>
              <a:ext uri="{FF2B5EF4-FFF2-40B4-BE49-F238E27FC236}">
                <a16:creationId xmlns:a16="http://schemas.microsoft.com/office/drawing/2014/main" id="{FACDFFED-2EB9-B27B-8A3B-C9BDDFE279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0"/>
            <a:ext cx="5915024" cy="6858000"/>
            <a:chOff x="6276975" y="0"/>
            <a:chExt cx="5915024" cy="6858000"/>
          </a:xfrm>
          <a:solidFill>
            <a:schemeClr val="bg2">
              <a:alpha val="60000"/>
            </a:schemeClr>
          </a:solidFill>
        </p:grpSpPr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0B3A2DD8-E0B8-6056-D24A-35A947133F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76975" y="0"/>
              <a:ext cx="5915024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3" name="triangle pattern">
              <a:extLst>
                <a:ext uri="{FF2B5EF4-FFF2-40B4-BE49-F238E27FC236}">
                  <a16:creationId xmlns:a16="http://schemas.microsoft.com/office/drawing/2014/main" id="{9773A6C6-B89C-2737-D0F1-EE3AAB8B4474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76975" y="0"/>
              <a:ext cx="5914800" cy="6858000"/>
            </a:xfrm>
            <a:prstGeom prst="rect">
              <a:avLst/>
            </a:prstGeom>
          </p:spPr>
        </p:pic>
      </p:grpSp>
      <p:sp>
        <p:nvSpPr>
          <p:cNvPr id="15" name="copyright">
            <a:extLst>
              <a:ext uri="{FF2B5EF4-FFF2-40B4-BE49-F238E27FC236}">
                <a16:creationId xmlns:a16="http://schemas.microsoft.com/office/drawing/2014/main" id="{A83C15DC-C210-A122-38E7-A21652F0BC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46ED17DE-B259-06E1-3B92-9BBED20986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DC0757E2-983B-A278-7B89-199AE33F0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6275387" y="6497708"/>
            <a:ext cx="4594546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8" name="object placeholder">
            <a:extLst>
              <a:ext uri="{FF2B5EF4-FFF2-40B4-BE49-F238E27FC236}">
                <a16:creationId xmlns:a16="http://schemas.microsoft.com/office/drawing/2014/main" id="{265339A2-0486-D773-89C0-8B3271FB77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 hasCustomPrompt="1"/>
          </p:nvPr>
        </p:nvSpPr>
        <p:spPr>
          <a:xfrm>
            <a:off x="485775" y="593725"/>
            <a:ext cx="50688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21" name="title placeholder">
            <a:extLst>
              <a:ext uri="{FF2B5EF4-FFF2-40B4-BE49-F238E27FC236}">
                <a16:creationId xmlns:a16="http://schemas.microsoft.com/office/drawing/2014/main" id="{4EEF6F6D-DD3B-12EC-DF82-4590E3AB3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275387" y="593724"/>
            <a:ext cx="542925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D796DA2-5CA9-CAF9-065A-C6443D757C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4127" y="1078029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0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Mintaszöveg szerkesztése</a:t>
            </a:r>
          </a:p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Második szint</a:t>
            </a:r>
          </a:p>
          <a:p>
            <a:pPr marL="171450" lvl="2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Harmadik szint</a:t>
            </a:r>
          </a:p>
          <a:p>
            <a:pPr marL="171450" lvl="3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Negyedik szint</a:t>
            </a:r>
          </a:p>
          <a:p>
            <a:pPr marL="171450" lvl="4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hu-HU"/>
              <a:t>Ötödik szint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10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FA99F6-2E96-8535-7139-C3548A28D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97CA2-FF0B-B9E6-E3E0-315D8792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19594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Red logo on the top with the Secondary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DD3AE49D-4397-C3B3-F4B8-8609FB3B6A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2426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DD3AE49D-4397-C3B3-F4B8-8609FB3B6A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cornerstone + logo">
            <a:extLst>
              <a:ext uri="{FF2B5EF4-FFF2-40B4-BE49-F238E27FC236}">
                <a16:creationId xmlns:a16="http://schemas.microsoft.com/office/drawing/2014/main" id="{7F1F3EEE-99A3-DB5D-BF3A-56BF049DD8D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1"/>
            <a:ext cx="2930400" cy="2052548"/>
            <a:chOff x="0" y="-1"/>
            <a:chExt cx="2930400" cy="2052548"/>
          </a:xfrm>
        </p:grpSpPr>
        <p:sp>
          <p:nvSpPr>
            <p:cNvPr id="3" name="cornerstone">
              <a:extLst>
                <a:ext uri="{FF2B5EF4-FFF2-40B4-BE49-F238E27FC236}">
                  <a16:creationId xmlns:a16="http://schemas.microsoft.com/office/drawing/2014/main" id="{4C0CA67F-4F40-8C40-98DF-7AA0454A6C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2930400" cy="2052548"/>
            </a:xfrm>
            <a:custGeom>
              <a:avLst/>
              <a:gdLst>
                <a:gd name="connsiteX0" fmla="*/ 0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0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0" y="0"/>
                  </a:moveTo>
                  <a:lnTo>
                    <a:pt x="0" y="2050986"/>
                  </a:lnTo>
                  <a:lnTo>
                    <a:pt x="2928169" y="0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wrap="none" lIns="0" tIns="0" rIns="0" bIns="0" rtlCol="0" anchor="t" anchorCtr="0"/>
            <a:lstStyle/>
            <a:p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4" name="BDO logo">
              <a:extLst>
                <a:ext uri="{FF2B5EF4-FFF2-40B4-BE49-F238E27FC236}">
                  <a16:creationId xmlns:a16="http://schemas.microsoft.com/office/drawing/2014/main" id="{DAEB7B4D-BBB9-1582-A354-D7FC8FE4BD9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59005" y="356471"/>
              <a:ext cx="970457" cy="372959"/>
              <a:chOff x="359004" y="356467"/>
              <a:chExt cx="970457" cy="372959"/>
            </a:xfrm>
          </p:grpSpPr>
          <p:sp>
            <p:nvSpPr>
              <p:cNvPr id="6" name="Vrije vorm: vorm 5">
                <a:extLst>
                  <a:ext uri="{FF2B5EF4-FFF2-40B4-BE49-F238E27FC236}">
                    <a16:creationId xmlns:a16="http://schemas.microsoft.com/office/drawing/2014/main" id="{A7BC1515-DCA5-BAD1-9F0E-257222322B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5" name="Vrije vorm: vorm 14">
                <a:extLst>
                  <a:ext uri="{FF2B5EF4-FFF2-40B4-BE49-F238E27FC236}">
                    <a16:creationId xmlns:a16="http://schemas.microsoft.com/office/drawing/2014/main" id="{CFAE04D3-7DFC-46EC-472E-97E8D068BB0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6" name="Vrije vorm: vorm 15">
                <a:extLst>
                  <a:ext uri="{FF2B5EF4-FFF2-40B4-BE49-F238E27FC236}">
                    <a16:creationId xmlns:a16="http://schemas.microsoft.com/office/drawing/2014/main" id="{79C0874D-8B0E-BE2E-2523-49D7A84A702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7" name="Vrije vorm: vorm 16">
                <a:extLst>
                  <a:ext uri="{FF2B5EF4-FFF2-40B4-BE49-F238E27FC236}">
                    <a16:creationId xmlns:a16="http://schemas.microsoft.com/office/drawing/2014/main" id="{E67F833C-F581-5623-6367-1BEAFDB28DC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8" name="Vrije vorm: vorm 17">
                <a:extLst>
                  <a:ext uri="{FF2B5EF4-FFF2-40B4-BE49-F238E27FC236}">
                    <a16:creationId xmlns:a16="http://schemas.microsoft.com/office/drawing/2014/main" id="{F34DC1E0-3FAC-CBCF-DD3D-F8F872311BC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DF38F81C-81F7-45AB-73C6-5AA408C0D4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293040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  <a:gd name="connsiteX4" fmla="*/ 0 w 12191999"/>
              <a:gd name="connsiteY4" fmla="*/ 2052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9" h="6858000">
                <a:moveTo>
                  <a:pt x="293040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lnTo>
                  <a:pt x="0" y="205254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 rIns="486000" anchor="t" anchorCtr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800" b="0">
                <a:solidFill>
                  <a:srgbClr val="B3B3B3"/>
                </a:solidFill>
              </a:defRPr>
            </a:lvl1pPr>
            <a:lvl2pPr marL="0" indent="0" algn="r">
              <a:buNone/>
              <a:defRPr sz="800" b="0">
                <a:solidFill>
                  <a:srgbClr val="333333"/>
                </a:solidFill>
              </a:defRPr>
            </a:lvl2pPr>
            <a:lvl3pPr marL="0" indent="0" algn="r">
              <a:buNone/>
              <a:defRPr sz="800" b="0">
                <a:solidFill>
                  <a:srgbClr val="333333"/>
                </a:solidFill>
              </a:defRPr>
            </a:lvl3pPr>
            <a:lvl4pPr marL="0" indent="0" algn="r">
              <a:buNone/>
              <a:defRPr sz="800" b="0">
                <a:solidFill>
                  <a:srgbClr val="333333"/>
                </a:solidFill>
              </a:defRPr>
            </a:lvl4pPr>
            <a:lvl5pPr marL="0" indent="0" algn="r">
              <a:buNone/>
              <a:defRPr sz="800" b="0">
                <a:solidFill>
                  <a:srgbClr val="333333"/>
                </a:solidFill>
              </a:defRPr>
            </a:lvl5pPr>
            <a:lvl6pPr marL="0" indent="0" algn="r">
              <a:buFont typeface="Arial" panose="020B0604020202020204" pitchFamily="34" charset="0"/>
              <a:buNone/>
              <a:defRPr sz="800" b="0">
                <a:solidFill>
                  <a:srgbClr val="333333"/>
                </a:solidFill>
              </a:defRPr>
            </a:lvl6pPr>
            <a:lvl7pPr marL="0" indent="0" algn="r">
              <a:buFont typeface="Arial" panose="020B0604020202020204" pitchFamily="34" charset="0"/>
              <a:buNone/>
              <a:defRPr sz="800" b="0">
                <a:solidFill>
                  <a:srgbClr val="333333"/>
                </a:solidFill>
              </a:defRPr>
            </a:lvl7pPr>
            <a:lvl8pPr marL="0" indent="0" algn="r">
              <a:buFont typeface="Arial" panose="020B0604020202020204" pitchFamily="34" charset="0"/>
              <a:buNone/>
              <a:defRPr sz="800" b="0">
                <a:solidFill>
                  <a:srgbClr val="333333"/>
                </a:solidFill>
              </a:defRPr>
            </a:lvl8pPr>
            <a:lvl9pPr marL="0" indent="0" algn="r">
              <a:buFont typeface="Arial" panose="020B0604020202020204" pitchFamily="34" charset="0"/>
              <a:buNone/>
              <a:defRPr sz="800" b="0">
                <a:solidFill>
                  <a:srgbClr val="333333"/>
                </a:solidFill>
              </a:defRPr>
            </a:lvl9pPr>
          </a:lstStyle>
          <a:p>
            <a:r>
              <a:rPr lang="en-US"/>
              <a:t>1. CLICK ICON TO ADD PICTURE / 2. RIGHT-CLICK AND CHOOSE ‘SEND TO BACK’</a:t>
            </a:r>
          </a:p>
        </p:txBody>
      </p:sp>
      <p:sp>
        <p:nvSpPr>
          <p:cNvPr id="11" name="2nd shape placeholder">
            <a:extLst>
              <a:ext uri="{FF2B5EF4-FFF2-40B4-BE49-F238E27FC236}">
                <a16:creationId xmlns:a16="http://schemas.microsoft.com/office/drawing/2014/main" id="{F915FFDB-F240-FAB3-D2D4-9F7C33B55B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332102" y="2053085"/>
            <a:ext cx="6859898" cy="4804915"/>
          </a:xfrm>
          <a:custGeom>
            <a:avLst/>
            <a:gdLst>
              <a:gd name="connsiteX0" fmla="*/ 6859898 w 6859898"/>
              <a:gd name="connsiteY0" fmla="*/ 0 h 4804915"/>
              <a:gd name="connsiteX1" fmla="*/ 6859898 w 6859898"/>
              <a:gd name="connsiteY1" fmla="*/ 4804915 h 4804915"/>
              <a:gd name="connsiteX2" fmla="*/ 0 w 6859898"/>
              <a:gd name="connsiteY2" fmla="*/ 4804915 h 4804915"/>
              <a:gd name="connsiteX3" fmla="*/ 6859896 w 6859898"/>
              <a:gd name="connsiteY3" fmla="*/ 6 h 4804915"/>
              <a:gd name="connsiteX4" fmla="*/ 6859897 w 6859898"/>
              <a:gd name="connsiteY4" fmla="*/ 5 h 480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9898" h="4804915">
                <a:moveTo>
                  <a:pt x="6859898" y="0"/>
                </a:moveTo>
                <a:lnTo>
                  <a:pt x="6859898" y="4804915"/>
                </a:lnTo>
                <a:lnTo>
                  <a:pt x="0" y="4804915"/>
                </a:lnTo>
                <a:lnTo>
                  <a:pt x="6859896" y="6"/>
                </a:lnTo>
                <a:lnTo>
                  <a:pt x="6859897" y="5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tIns="0" rIns="486000" bIns="720000" anchor="b" anchorCtr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 algn="r">
              <a:buNone/>
              <a:defRPr sz="1800" b="0">
                <a:solidFill>
                  <a:schemeClr val="bg1"/>
                </a:solidFill>
              </a:defRPr>
            </a:lvl2pPr>
            <a:lvl3pPr marL="0" indent="0" algn="r">
              <a:buNone/>
              <a:defRPr sz="1800" b="0">
                <a:solidFill>
                  <a:schemeClr val="bg1"/>
                </a:solidFill>
              </a:defRPr>
            </a:lvl3pPr>
            <a:lvl4pPr marL="0" indent="0" algn="r">
              <a:buNone/>
              <a:defRPr sz="1800" b="0">
                <a:solidFill>
                  <a:schemeClr val="bg1"/>
                </a:solidFill>
              </a:defRPr>
            </a:lvl4pPr>
            <a:lvl5pPr marL="0" indent="0" algn="r">
              <a:buNone/>
              <a:defRPr sz="1800" b="0">
                <a:solidFill>
                  <a:schemeClr val="bg1"/>
                </a:solidFill>
              </a:defRPr>
            </a:lvl5pPr>
            <a:lvl6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6pPr>
            <a:lvl7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7pPr>
            <a:lvl8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8pPr>
            <a:lvl9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author placeholder">
            <a:extLst>
              <a:ext uri="{FF2B5EF4-FFF2-40B4-BE49-F238E27FC236}">
                <a16:creationId xmlns:a16="http://schemas.microsoft.com/office/drawing/2014/main" id="{5B085F2D-6159-408F-977C-3D683FBE12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4" y="5821561"/>
            <a:ext cx="5613400" cy="307777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 algn="l">
              <a:spcAft>
                <a:spcPts val="600"/>
              </a:spcAft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1pPr>
            <a:lvl2pPr marL="0" indent="0">
              <a:buNone/>
              <a:defRPr sz="1400" b="0">
                <a:solidFill>
                  <a:schemeClr val="tx2"/>
                </a:solidFill>
              </a:defRPr>
            </a:lvl2pPr>
            <a:lvl3pPr marL="0" indent="0">
              <a:buNone/>
              <a:defRPr sz="1400" b="0">
                <a:solidFill>
                  <a:schemeClr val="tx2"/>
                </a:solidFill>
              </a:defRPr>
            </a:lvl3pPr>
            <a:lvl4pPr marL="0" indent="0">
              <a:buNone/>
              <a:defRPr sz="1400" b="0">
                <a:solidFill>
                  <a:schemeClr val="tx2"/>
                </a:solidFill>
              </a:defRPr>
            </a:lvl4pPr>
            <a:lvl5pPr marL="0" indent="0">
              <a:buNone/>
              <a:defRPr sz="1400" b="0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EC28069D-F463-8AF9-2A27-1B6EE6D39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774" y="3877237"/>
            <a:ext cx="5610226" cy="504923"/>
          </a:xfrm>
          <a:prstGeom prst="rect">
            <a:avLst/>
          </a:prstGeom>
        </p:spPr>
        <p:txBody>
          <a:bodyPr wrap="square" lIns="0" tIns="180000" anchor="b" anchorCtr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2pPr>
            <a:lvl3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3pPr>
            <a:lvl4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4pPr>
            <a:lvl5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5pPr>
            <a:lvl6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6pPr>
            <a:lvl7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7pPr>
            <a:lvl8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8pPr>
            <a:lvl9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BFDAFD18-C898-A200-F1A0-A8093730F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4" y="2892352"/>
            <a:ext cx="5610226" cy="984885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member firm placeholder">
            <a:extLst>
              <a:ext uri="{FF2B5EF4-FFF2-40B4-BE49-F238E27FC236}">
                <a16:creationId xmlns:a16="http://schemas.microsoft.com/office/drawing/2014/main" id="{0CF1EB5A-EAB7-E43F-4E42-C4D21BBFD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17616"/>
            <a:ext cx="5605464" cy="369332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 algn="r">
              <a:buNone/>
              <a:defRPr sz="1800" b="0">
                <a:solidFill>
                  <a:schemeClr val="bg1"/>
                </a:solidFill>
              </a:defRPr>
            </a:lvl2pPr>
            <a:lvl3pPr marL="0" indent="0" algn="r">
              <a:buNone/>
              <a:defRPr sz="1800" b="0">
                <a:solidFill>
                  <a:schemeClr val="bg1"/>
                </a:solidFill>
              </a:defRPr>
            </a:lvl3pPr>
            <a:lvl4pPr marL="0" indent="0" algn="r">
              <a:buNone/>
              <a:defRPr sz="1800" b="0">
                <a:solidFill>
                  <a:schemeClr val="bg1"/>
                </a:solidFill>
              </a:defRPr>
            </a:lvl4pPr>
            <a:lvl5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5pPr>
            <a:lvl6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6pPr>
            <a:lvl7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7pPr>
            <a:lvl8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8pPr>
            <a:lvl9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OPTIONAL: FIRM</a:t>
            </a:r>
          </a:p>
        </p:txBody>
      </p:sp>
    </p:spTree>
    <p:extLst>
      <p:ext uri="{BB962C8B-B14F-4D97-AF65-F5344CB8AC3E}">
        <p14:creationId xmlns:p14="http://schemas.microsoft.com/office/powerpoint/2010/main" val="3070454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L - cover C.01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0654992-66D8-BD9A-26C4-EF63A283DE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7447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0654992-66D8-BD9A-26C4-EF63A283DE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cornerstone + logo">
            <a:extLst>
              <a:ext uri="{FF2B5EF4-FFF2-40B4-BE49-F238E27FC236}">
                <a16:creationId xmlns:a16="http://schemas.microsoft.com/office/drawing/2014/main" id="{CCC5ED4E-BF11-FD7C-8835-489049F938C0}"/>
              </a:ext>
            </a:extLst>
          </p:cNvPr>
          <p:cNvGrpSpPr/>
          <p:nvPr/>
        </p:nvGrpSpPr>
        <p:grpSpPr>
          <a:xfrm>
            <a:off x="0" y="-1"/>
            <a:ext cx="2930400" cy="2052548"/>
            <a:chOff x="0" y="-1"/>
            <a:chExt cx="2930400" cy="2052548"/>
          </a:xfrm>
        </p:grpSpPr>
        <p:sp>
          <p:nvSpPr>
            <p:cNvPr id="10" name="cornerstone">
              <a:extLst>
                <a:ext uri="{FF2B5EF4-FFF2-40B4-BE49-F238E27FC236}">
                  <a16:creationId xmlns:a16="http://schemas.microsoft.com/office/drawing/2014/main" id="{0E332177-3B18-FD9B-AED0-265401D1DF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2930400" cy="2052548"/>
            </a:xfrm>
            <a:custGeom>
              <a:avLst/>
              <a:gdLst>
                <a:gd name="connsiteX0" fmla="*/ 0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0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0" y="0"/>
                  </a:moveTo>
                  <a:lnTo>
                    <a:pt x="0" y="2050986"/>
                  </a:lnTo>
                  <a:lnTo>
                    <a:pt x="2928169" y="0"/>
                  </a:lnTo>
                  <a:close/>
                </a:path>
              </a:pathLst>
            </a:custGeom>
            <a:solidFill>
              <a:schemeClr val="bg1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t" anchorCtr="0"/>
            <a:lstStyle/>
            <a:p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2" name="BDO logo">
              <a:extLst>
                <a:ext uri="{FF2B5EF4-FFF2-40B4-BE49-F238E27FC236}">
                  <a16:creationId xmlns:a16="http://schemas.microsoft.com/office/drawing/2014/main" id="{A252FBF8-9B1C-4ACA-6CB1-9D099C9CC676}"/>
                </a:ext>
              </a:extLst>
            </p:cNvPr>
            <p:cNvGrpSpPr/>
            <p:nvPr/>
          </p:nvGrpSpPr>
          <p:grpSpPr>
            <a:xfrm>
              <a:off x="359005" y="356471"/>
              <a:ext cx="970457" cy="372959"/>
              <a:chOff x="359004" y="356467"/>
              <a:chExt cx="970457" cy="372959"/>
            </a:xfrm>
            <a:solidFill>
              <a:srgbClr val="22409A"/>
            </a:solidFill>
          </p:grpSpPr>
          <p:sp>
            <p:nvSpPr>
              <p:cNvPr id="13" name="Vrije vorm: vorm 12">
                <a:extLst>
                  <a:ext uri="{FF2B5EF4-FFF2-40B4-BE49-F238E27FC236}">
                    <a16:creationId xmlns:a16="http://schemas.microsoft.com/office/drawing/2014/main" id="{BCF13BA0-E7C0-104D-6A4B-003CE78A95D8}"/>
                  </a:ext>
                </a:extLst>
              </p:cNvPr>
              <p:cNvSpPr/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4" name="Vrije vorm: vorm 13">
                <a:extLst>
                  <a:ext uri="{FF2B5EF4-FFF2-40B4-BE49-F238E27FC236}">
                    <a16:creationId xmlns:a16="http://schemas.microsoft.com/office/drawing/2014/main" id="{6A303062-9BAE-16F8-C6D2-B3715ADC4E02}"/>
                  </a:ext>
                </a:extLst>
              </p:cNvPr>
              <p:cNvSpPr/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9" name="Vrije vorm: vorm 18">
                <a:extLst>
                  <a:ext uri="{FF2B5EF4-FFF2-40B4-BE49-F238E27FC236}">
                    <a16:creationId xmlns:a16="http://schemas.microsoft.com/office/drawing/2014/main" id="{81DDA404-F90E-F935-9D0A-E824EEEE6D21}"/>
                  </a:ext>
                </a:extLst>
              </p:cNvPr>
              <p:cNvSpPr/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20" name="Vrije vorm: vorm 19">
                <a:extLst>
                  <a:ext uri="{FF2B5EF4-FFF2-40B4-BE49-F238E27FC236}">
                    <a16:creationId xmlns:a16="http://schemas.microsoft.com/office/drawing/2014/main" id="{0AFBC22E-DD2D-08E6-D41E-1C12BB44060F}"/>
                  </a:ext>
                </a:extLst>
              </p:cNvPr>
              <p:cNvSpPr/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21" name="Vrije vorm: vorm 20">
                <a:extLst>
                  <a:ext uri="{FF2B5EF4-FFF2-40B4-BE49-F238E27FC236}">
                    <a16:creationId xmlns:a16="http://schemas.microsoft.com/office/drawing/2014/main" id="{6664278C-954C-0ABE-D10C-3B15C51EE7FD}"/>
                  </a:ext>
                </a:extLst>
              </p:cNvPr>
              <p:cNvSpPr/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DF38F81C-81F7-45AB-73C6-5AA408C0D4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293040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  <a:gd name="connsiteX4" fmla="*/ 0 w 12191999"/>
              <a:gd name="connsiteY4" fmla="*/ 2052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9" h="6858000">
                <a:moveTo>
                  <a:pt x="293040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lnTo>
                  <a:pt x="0" y="205254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 rIns="486000" anchor="t" anchorCtr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800" b="0">
                <a:solidFill>
                  <a:srgbClr val="ADADAD"/>
                </a:solidFill>
              </a:defRPr>
            </a:lvl1pPr>
            <a:lvl2pPr marL="0" indent="0" algn="r">
              <a:buNone/>
              <a:defRPr sz="800" b="0">
                <a:solidFill>
                  <a:srgbClr val="333333"/>
                </a:solidFill>
              </a:defRPr>
            </a:lvl2pPr>
            <a:lvl3pPr marL="0" indent="0" algn="r">
              <a:buNone/>
              <a:defRPr sz="800" b="0">
                <a:solidFill>
                  <a:srgbClr val="333333"/>
                </a:solidFill>
              </a:defRPr>
            </a:lvl3pPr>
            <a:lvl4pPr marL="0" indent="0" algn="r">
              <a:buNone/>
              <a:defRPr sz="800" b="0">
                <a:solidFill>
                  <a:srgbClr val="333333"/>
                </a:solidFill>
              </a:defRPr>
            </a:lvl4pPr>
            <a:lvl5pPr marL="0" indent="0" algn="r">
              <a:buNone/>
              <a:defRPr sz="800" b="0">
                <a:solidFill>
                  <a:srgbClr val="333333"/>
                </a:solidFill>
              </a:defRPr>
            </a:lvl5pPr>
            <a:lvl6pPr marL="0" indent="0" algn="r">
              <a:buFont typeface="Arial" panose="020B0604020202020204" pitchFamily="34" charset="0"/>
              <a:buNone/>
              <a:defRPr sz="800" b="0">
                <a:solidFill>
                  <a:srgbClr val="333333"/>
                </a:solidFill>
              </a:defRPr>
            </a:lvl6pPr>
            <a:lvl7pPr marL="0" indent="0" algn="r">
              <a:buFont typeface="Arial" panose="020B0604020202020204" pitchFamily="34" charset="0"/>
              <a:buNone/>
              <a:defRPr sz="800" b="0">
                <a:solidFill>
                  <a:srgbClr val="333333"/>
                </a:solidFill>
              </a:defRPr>
            </a:lvl7pPr>
            <a:lvl8pPr marL="0" indent="0" algn="r">
              <a:buFont typeface="Arial" panose="020B0604020202020204" pitchFamily="34" charset="0"/>
              <a:buNone/>
              <a:defRPr sz="800" b="0">
                <a:solidFill>
                  <a:srgbClr val="333333"/>
                </a:solidFill>
              </a:defRPr>
            </a:lvl8pPr>
            <a:lvl9pPr marL="0" indent="0" algn="r">
              <a:buFont typeface="Arial" panose="020B0604020202020204" pitchFamily="34" charset="0"/>
              <a:buNone/>
              <a:defRPr sz="800" b="0">
                <a:solidFill>
                  <a:srgbClr val="333333"/>
                </a:solidFill>
              </a:defRPr>
            </a:lvl9pPr>
          </a:lstStyle>
          <a:p>
            <a:r>
              <a:rPr lang="en-US"/>
              <a:t>1. CLICK ICON TO ADD PICTURE / 2. RIGHT-CLICK AND CHOOSE ‘SEND TO BACK’</a:t>
            </a:r>
          </a:p>
        </p:txBody>
      </p:sp>
      <p:sp>
        <p:nvSpPr>
          <p:cNvPr id="11" name="2nd shape placeholder">
            <a:extLst>
              <a:ext uri="{FF2B5EF4-FFF2-40B4-BE49-F238E27FC236}">
                <a16:creationId xmlns:a16="http://schemas.microsoft.com/office/drawing/2014/main" id="{F915FFDB-F240-FAB3-D2D4-9F7C33B55B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332102" y="2053085"/>
            <a:ext cx="6859898" cy="4804915"/>
          </a:xfrm>
          <a:custGeom>
            <a:avLst/>
            <a:gdLst>
              <a:gd name="connsiteX0" fmla="*/ 6859898 w 6859898"/>
              <a:gd name="connsiteY0" fmla="*/ 0 h 4804915"/>
              <a:gd name="connsiteX1" fmla="*/ 6859898 w 6859898"/>
              <a:gd name="connsiteY1" fmla="*/ 4804915 h 4804915"/>
              <a:gd name="connsiteX2" fmla="*/ 0 w 6859898"/>
              <a:gd name="connsiteY2" fmla="*/ 4804915 h 4804915"/>
              <a:gd name="connsiteX3" fmla="*/ 6859896 w 6859898"/>
              <a:gd name="connsiteY3" fmla="*/ 6 h 4804915"/>
              <a:gd name="connsiteX4" fmla="*/ 6859897 w 6859898"/>
              <a:gd name="connsiteY4" fmla="*/ 5 h 480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9898" h="4804915">
                <a:moveTo>
                  <a:pt x="6859898" y="0"/>
                </a:moveTo>
                <a:lnTo>
                  <a:pt x="6859898" y="4804915"/>
                </a:lnTo>
                <a:lnTo>
                  <a:pt x="0" y="4804915"/>
                </a:lnTo>
                <a:lnTo>
                  <a:pt x="6859896" y="6"/>
                </a:lnTo>
                <a:lnTo>
                  <a:pt x="6859897" y="5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tIns="0" rIns="486000" bIns="720000" anchor="b" anchorCtr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 algn="r">
              <a:buNone/>
              <a:defRPr sz="1800" b="0">
                <a:solidFill>
                  <a:schemeClr val="bg1"/>
                </a:solidFill>
              </a:defRPr>
            </a:lvl2pPr>
            <a:lvl3pPr marL="0" indent="0" algn="r">
              <a:buNone/>
              <a:defRPr sz="1800" b="0">
                <a:solidFill>
                  <a:schemeClr val="bg1"/>
                </a:solidFill>
              </a:defRPr>
            </a:lvl3pPr>
            <a:lvl4pPr marL="0" indent="0" algn="r">
              <a:buNone/>
              <a:defRPr sz="1800" b="0">
                <a:solidFill>
                  <a:schemeClr val="bg1"/>
                </a:solidFill>
              </a:defRPr>
            </a:lvl4pPr>
            <a:lvl5pPr marL="0" indent="0" algn="r">
              <a:buNone/>
              <a:defRPr sz="1800" b="0">
                <a:solidFill>
                  <a:schemeClr val="bg1"/>
                </a:solidFill>
              </a:defRPr>
            </a:lvl5pPr>
            <a:lvl6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6pPr>
            <a:lvl7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7pPr>
            <a:lvl8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8pPr>
            <a:lvl9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author placeholder">
            <a:extLst>
              <a:ext uri="{FF2B5EF4-FFF2-40B4-BE49-F238E27FC236}">
                <a16:creationId xmlns:a16="http://schemas.microsoft.com/office/drawing/2014/main" id="{FA9CC774-9289-5629-07FF-5166C696B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4" y="5821561"/>
            <a:ext cx="5613400" cy="307777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 algn="l">
              <a:spcAft>
                <a:spcPts val="600"/>
              </a:spcAft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1pPr>
            <a:lvl2pPr marL="0" indent="0">
              <a:buNone/>
              <a:defRPr sz="1400" b="0">
                <a:solidFill>
                  <a:schemeClr val="tx2"/>
                </a:solidFill>
              </a:defRPr>
            </a:lvl2pPr>
            <a:lvl3pPr marL="0" indent="0">
              <a:buNone/>
              <a:defRPr sz="1400" b="0">
                <a:solidFill>
                  <a:schemeClr val="tx2"/>
                </a:solidFill>
              </a:defRPr>
            </a:lvl3pPr>
            <a:lvl4pPr marL="0" indent="0">
              <a:buNone/>
              <a:defRPr sz="1400" b="0">
                <a:solidFill>
                  <a:schemeClr val="tx2"/>
                </a:solidFill>
              </a:defRPr>
            </a:lvl4pPr>
            <a:lvl5pPr marL="0" indent="0">
              <a:buNone/>
              <a:defRPr sz="1400" b="0">
                <a:solidFill>
                  <a:schemeClr val="tx2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341879-738C-4721-FE9B-31AA3D754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774" y="3867077"/>
            <a:ext cx="5610226" cy="504923"/>
          </a:xfrm>
          <a:prstGeom prst="rect">
            <a:avLst/>
          </a:prstGeom>
        </p:spPr>
        <p:txBody>
          <a:bodyPr wrap="square" lIns="0" tIns="180000" anchor="b" anchorCtr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2pPr>
            <a:lvl3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3pPr>
            <a:lvl4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4pPr>
            <a:lvl5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5pPr>
            <a:lvl6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6pPr>
            <a:lvl7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7pPr>
            <a:lvl8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8pPr>
            <a:lvl9pPr marL="0" indent="0" algn="l">
              <a:buFont typeface="Arial" panose="020B0604020202020204" pitchFamily="34" charset="0"/>
              <a:buNone/>
              <a:defRPr sz="18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03CDBF00-BB99-5529-5D17-94BB78B4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4" y="2882192"/>
            <a:ext cx="5610226" cy="984885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5" name="member firm placeholder">
            <a:extLst>
              <a:ext uri="{FF2B5EF4-FFF2-40B4-BE49-F238E27FC236}">
                <a16:creationId xmlns:a16="http://schemas.microsoft.com/office/drawing/2014/main" id="{D0EA36F1-E0E8-CDD8-FED9-5334398D8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17616"/>
            <a:ext cx="5605464" cy="369332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 algn="r">
              <a:buNone/>
              <a:defRPr sz="1800" b="0">
                <a:solidFill>
                  <a:schemeClr val="bg1"/>
                </a:solidFill>
              </a:defRPr>
            </a:lvl2pPr>
            <a:lvl3pPr marL="0" indent="0" algn="r">
              <a:buNone/>
              <a:defRPr sz="1800" b="0">
                <a:solidFill>
                  <a:schemeClr val="bg1"/>
                </a:solidFill>
              </a:defRPr>
            </a:lvl3pPr>
            <a:lvl4pPr marL="0" indent="0" algn="r">
              <a:buNone/>
              <a:defRPr sz="1800" b="0">
                <a:solidFill>
                  <a:schemeClr val="bg1"/>
                </a:solidFill>
              </a:defRPr>
            </a:lvl4pPr>
            <a:lvl5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5pPr>
            <a:lvl6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6pPr>
            <a:lvl7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7pPr>
            <a:lvl8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8pPr>
            <a:lvl9pPr marL="0" indent="0" algn="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OPTIONAL: FIRM</a:t>
            </a:r>
          </a:p>
        </p:txBody>
      </p:sp>
    </p:spTree>
    <p:extLst>
      <p:ext uri="{BB962C8B-B14F-4D97-AF65-F5344CB8AC3E}">
        <p14:creationId xmlns:p14="http://schemas.microsoft.com/office/powerpoint/2010/main" val="166264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L – divider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8834CEF-9975-2127-42E8-DCE6BBAAE6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91975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8834CEF-9975-2127-42E8-DCE6BBAAE6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8" name="cornerstone + logo">
            <a:extLst>
              <a:ext uri="{FF2B5EF4-FFF2-40B4-BE49-F238E27FC236}">
                <a16:creationId xmlns:a16="http://schemas.microsoft.com/office/drawing/2014/main" id="{DCD87C85-D797-526C-60E9-F42D59BC0A4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1"/>
            <a:ext cx="2930400" cy="2052548"/>
            <a:chOff x="0" y="-1"/>
            <a:chExt cx="2930400" cy="2052548"/>
          </a:xfrm>
        </p:grpSpPr>
        <p:sp>
          <p:nvSpPr>
            <p:cNvPr id="649" name="cornerstone">
              <a:extLst>
                <a:ext uri="{FF2B5EF4-FFF2-40B4-BE49-F238E27FC236}">
                  <a16:creationId xmlns:a16="http://schemas.microsoft.com/office/drawing/2014/main" id="{1DD3CF92-0EB6-60F9-D03B-0730ECE43A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2930400" cy="2052548"/>
            </a:xfrm>
            <a:custGeom>
              <a:avLst/>
              <a:gdLst>
                <a:gd name="connsiteX0" fmla="*/ 0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0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0" y="0"/>
                  </a:moveTo>
                  <a:lnTo>
                    <a:pt x="0" y="2050986"/>
                  </a:lnTo>
                  <a:lnTo>
                    <a:pt x="2928169" y="0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wrap="none" lIns="0" tIns="0" rIns="0" bIns="0" rtlCol="0" anchor="t" anchorCtr="0"/>
            <a:lstStyle/>
            <a:p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650" name="BDO logo">
              <a:extLst>
                <a:ext uri="{FF2B5EF4-FFF2-40B4-BE49-F238E27FC236}">
                  <a16:creationId xmlns:a16="http://schemas.microsoft.com/office/drawing/2014/main" id="{88CFADC9-1199-C806-CAF6-A777DF948B5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59005" y="356471"/>
              <a:ext cx="970457" cy="372959"/>
              <a:chOff x="359004" y="356467"/>
              <a:chExt cx="970457" cy="372959"/>
            </a:xfrm>
          </p:grpSpPr>
          <p:sp>
            <p:nvSpPr>
              <p:cNvPr id="651" name="Vrije vorm: vorm 650">
                <a:extLst>
                  <a:ext uri="{FF2B5EF4-FFF2-40B4-BE49-F238E27FC236}">
                    <a16:creationId xmlns:a16="http://schemas.microsoft.com/office/drawing/2014/main" id="{0D286A27-6E46-D40F-9B03-9048D141EBC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652" name="Vrije vorm: vorm 651">
                <a:extLst>
                  <a:ext uri="{FF2B5EF4-FFF2-40B4-BE49-F238E27FC236}">
                    <a16:creationId xmlns:a16="http://schemas.microsoft.com/office/drawing/2014/main" id="{84FBAA0B-4308-475C-2866-BC32945668F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653" name="Vrije vorm: vorm 652">
                <a:extLst>
                  <a:ext uri="{FF2B5EF4-FFF2-40B4-BE49-F238E27FC236}">
                    <a16:creationId xmlns:a16="http://schemas.microsoft.com/office/drawing/2014/main" id="{BBE912BD-4CA2-EBEE-251B-EB29167530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654" name="Vrije vorm: vorm 653">
                <a:extLst>
                  <a:ext uri="{FF2B5EF4-FFF2-40B4-BE49-F238E27FC236}">
                    <a16:creationId xmlns:a16="http://schemas.microsoft.com/office/drawing/2014/main" id="{DFA10A05-F27C-56B2-8DDB-D48728EE24D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655" name="Vrije vorm: vorm 654">
                <a:extLst>
                  <a:ext uri="{FF2B5EF4-FFF2-40B4-BE49-F238E27FC236}">
                    <a16:creationId xmlns:a16="http://schemas.microsoft.com/office/drawing/2014/main" id="{E7D65EAE-5018-1664-912B-550145A193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0B9DA50E-08FC-8244-0600-6B8D847073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293040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  <a:gd name="connsiteX4" fmla="*/ 0 w 12191999"/>
              <a:gd name="connsiteY4" fmla="*/ 2052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9" h="6858000">
                <a:moveTo>
                  <a:pt x="293040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lnTo>
                  <a:pt x="0" y="205254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 rIns="486000" anchor="t" anchorCtr="0">
            <a:noAutofit/>
          </a:bodyPr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TRIANGLE PATTERN</a:t>
            </a: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EF6BC43C-00F8-F291-597C-5CAB013074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6000" y="36108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48763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L – divid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8D864C20-C869-53AE-E400-4E1844171C1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8695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8D864C20-C869-53AE-E400-4E1844171C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cornerstone + logo">
            <a:extLst>
              <a:ext uri="{FF2B5EF4-FFF2-40B4-BE49-F238E27FC236}">
                <a16:creationId xmlns:a16="http://schemas.microsoft.com/office/drawing/2014/main" id="{23748549-C963-7656-56AA-C9B8CC15531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1"/>
            <a:ext cx="2930400" cy="2052548"/>
            <a:chOff x="0" y="-1"/>
            <a:chExt cx="2930400" cy="2052548"/>
          </a:xfrm>
        </p:grpSpPr>
        <p:sp>
          <p:nvSpPr>
            <p:cNvPr id="5" name="cornerstone">
              <a:extLst>
                <a:ext uri="{FF2B5EF4-FFF2-40B4-BE49-F238E27FC236}">
                  <a16:creationId xmlns:a16="http://schemas.microsoft.com/office/drawing/2014/main" id="{F9870C44-84C3-F2CC-748D-F49114CF2E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2930400" cy="2052548"/>
            </a:xfrm>
            <a:custGeom>
              <a:avLst/>
              <a:gdLst>
                <a:gd name="connsiteX0" fmla="*/ 0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0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0" y="0"/>
                  </a:moveTo>
                  <a:lnTo>
                    <a:pt x="0" y="2050986"/>
                  </a:lnTo>
                  <a:lnTo>
                    <a:pt x="2928169" y="0"/>
                  </a:lnTo>
                  <a:close/>
                </a:path>
              </a:pathLst>
            </a:custGeom>
            <a:solidFill>
              <a:schemeClr val="bg1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t" anchorCtr="0"/>
            <a:lstStyle/>
            <a:p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6" name="BDO logo">
              <a:extLst>
                <a:ext uri="{FF2B5EF4-FFF2-40B4-BE49-F238E27FC236}">
                  <a16:creationId xmlns:a16="http://schemas.microsoft.com/office/drawing/2014/main" id="{D47E5128-10E4-46F9-22AD-1F14869EA1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59005" y="356471"/>
              <a:ext cx="970457" cy="372959"/>
              <a:chOff x="359004" y="356467"/>
              <a:chExt cx="970457" cy="372959"/>
            </a:xfrm>
            <a:solidFill>
              <a:srgbClr val="22409A"/>
            </a:solidFill>
          </p:grpSpPr>
          <p:sp>
            <p:nvSpPr>
              <p:cNvPr id="7" name="Vrije vorm: vorm 6">
                <a:extLst>
                  <a:ext uri="{FF2B5EF4-FFF2-40B4-BE49-F238E27FC236}">
                    <a16:creationId xmlns:a16="http://schemas.microsoft.com/office/drawing/2014/main" id="{0B01A267-9E70-73E1-D505-4D4D7EB1630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8" name="Vrije vorm: vorm 7">
                <a:extLst>
                  <a:ext uri="{FF2B5EF4-FFF2-40B4-BE49-F238E27FC236}">
                    <a16:creationId xmlns:a16="http://schemas.microsoft.com/office/drawing/2014/main" id="{6287C0D0-7000-FA58-00F3-CA20BDE80C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9" name="Vrije vorm: vorm 8">
                <a:extLst>
                  <a:ext uri="{FF2B5EF4-FFF2-40B4-BE49-F238E27FC236}">
                    <a16:creationId xmlns:a16="http://schemas.microsoft.com/office/drawing/2014/main" id="{BA3C4473-DE4F-1989-5582-9A2EEA9991B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0" name="Vrije vorm: vorm 9">
                <a:extLst>
                  <a:ext uri="{FF2B5EF4-FFF2-40B4-BE49-F238E27FC236}">
                    <a16:creationId xmlns:a16="http://schemas.microsoft.com/office/drawing/2014/main" id="{F8012134-6394-11C0-814E-CE30181306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1" name="Vrije vorm: vorm 10">
                <a:extLst>
                  <a:ext uri="{FF2B5EF4-FFF2-40B4-BE49-F238E27FC236}">
                    <a16:creationId xmlns:a16="http://schemas.microsoft.com/office/drawing/2014/main" id="{75E07685-AF22-1C01-62C1-F8C721A849C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0B9DA50E-08FC-8244-0600-6B8D847073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293040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  <a:gd name="connsiteX4" fmla="*/ 0 w 12191999"/>
              <a:gd name="connsiteY4" fmla="*/ 2052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9" h="6858000">
                <a:moveTo>
                  <a:pt x="293040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lnTo>
                  <a:pt x="0" y="205254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 rIns="486000" anchor="t" anchorCtr="0">
            <a:noAutofit/>
          </a:bodyPr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TRIANGLE PATTERN</a:t>
            </a:r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A517B682-542D-17E1-0884-90182A6BCA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6000" y="36108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9570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 – divider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0EB2A26-7AA5-367B-1F2E-011D12A1C0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5614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0EB2A26-7AA5-367B-1F2E-011D12A1C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78" name="cornerstone + logo">
            <a:extLst>
              <a:ext uri="{FF2B5EF4-FFF2-40B4-BE49-F238E27FC236}">
                <a16:creationId xmlns:a16="http://schemas.microsoft.com/office/drawing/2014/main" id="{25148107-19B3-E575-960A-AA6EC3A2E5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1279" name="cornerstone">
              <a:extLst>
                <a:ext uri="{FF2B5EF4-FFF2-40B4-BE49-F238E27FC236}">
                  <a16:creationId xmlns:a16="http://schemas.microsoft.com/office/drawing/2014/main" id="{679DE6C3-F80A-9E69-4DBE-763239938A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280" name="BDO logo">
              <a:extLst>
                <a:ext uri="{FF2B5EF4-FFF2-40B4-BE49-F238E27FC236}">
                  <a16:creationId xmlns:a16="http://schemas.microsoft.com/office/drawing/2014/main" id="{7BAF97A8-D8B7-E59E-482C-39FBA8F8503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863808" y="6124766"/>
              <a:ext cx="970457" cy="372942"/>
              <a:chOff x="10870156" y="6124766"/>
              <a:chExt cx="970457" cy="372942"/>
            </a:xfrm>
          </p:grpSpPr>
          <p:sp>
            <p:nvSpPr>
              <p:cNvPr id="1281" name="Vrije vorm: vorm 1280">
                <a:extLst>
                  <a:ext uri="{FF2B5EF4-FFF2-40B4-BE49-F238E27FC236}">
                    <a16:creationId xmlns:a16="http://schemas.microsoft.com/office/drawing/2014/main" id="{6DF13538-B822-A1E2-0E92-1434BE74EC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985596" y="61285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9 w 242112"/>
                  <a:gd name="connsiteY5" fmla="*/ 278873 h 278873"/>
                  <a:gd name="connsiteX6" fmla="*/ 11409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9" y="278873"/>
                    </a:lnTo>
                    <a:lnTo>
                      <a:pt x="11409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2" name="Vrije vorm: vorm 1281">
                <a:extLst>
                  <a:ext uri="{FF2B5EF4-FFF2-40B4-BE49-F238E27FC236}">
                    <a16:creationId xmlns:a16="http://schemas.microsoft.com/office/drawing/2014/main" id="{A4B16CCE-44D4-86E8-C427-8906411560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255802" y="61260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3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3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9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3" name="Vrije vorm: vorm 1282">
                <a:extLst>
                  <a:ext uri="{FF2B5EF4-FFF2-40B4-BE49-F238E27FC236}">
                    <a16:creationId xmlns:a16="http://schemas.microsoft.com/office/drawing/2014/main" id="{D57641A9-26DE-5197-2228-4F73DA4933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543768" y="6124766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3099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4" name="Vrije vorm: vorm 1283">
                <a:extLst>
                  <a:ext uri="{FF2B5EF4-FFF2-40B4-BE49-F238E27FC236}">
                    <a16:creationId xmlns:a16="http://schemas.microsoft.com/office/drawing/2014/main" id="{E9AE0A1A-D226-779D-EB5A-06877EE9C3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870156" y="6128572"/>
                <a:ext cx="55817" cy="348857"/>
              </a:xfrm>
              <a:custGeom>
                <a:avLst/>
                <a:gdLst>
                  <a:gd name="connsiteX0" fmla="*/ 0 w 55774"/>
                  <a:gd name="connsiteY0" fmla="*/ 0 h 348591"/>
                  <a:gd name="connsiteX1" fmla="*/ 0 w 55774"/>
                  <a:gd name="connsiteY1" fmla="*/ 348592 h 348591"/>
                  <a:gd name="connsiteX2" fmla="*/ 55775 w 55774"/>
                  <a:gd name="connsiteY2" fmla="*/ 310563 h 348591"/>
                  <a:gd name="connsiteX3" fmla="*/ 55775 w 55774"/>
                  <a:gd name="connsiteY3" fmla="*/ 0 h 348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8591">
                    <a:moveTo>
                      <a:pt x="0" y="0"/>
                    </a:moveTo>
                    <a:lnTo>
                      <a:pt x="0" y="348592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5" name="Vrije vorm: vorm 1284">
                <a:extLst>
                  <a:ext uri="{FF2B5EF4-FFF2-40B4-BE49-F238E27FC236}">
                    <a16:creationId xmlns:a16="http://schemas.microsoft.com/office/drawing/2014/main" id="{9519EAEC-B93C-640F-331F-49EF042F6B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870156" y="6452040"/>
                <a:ext cx="967902" cy="45668"/>
              </a:xfrm>
              <a:custGeom>
                <a:avLst/>
                <a:gdLst>
                  <a:gd name="connsiteX0" fmla="*/ 65915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5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9872193E-E4B1-AC6B-73C2-6A5BD125C2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05452 h 6858000"/>
              <a:gd name="connsiteX3" fmla="*/ 9261602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805452"/>
                </a:lnTo>
                <a:lnTo>
                  <a:pt x="926160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 rIns="486000" anchor="t" anchorCtr="0">
            <a:noAutofit/>
          </a:bodyPr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TRIANGLE PATTERN</a:t>
            </a: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EE3D051D-5BB4-8247-820A-2C9D1184E6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81486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 – divid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57721680-0750-E181-A72E-2BAD158565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52817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57721680-0750-E181-A72E-2BAD158565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cornerstone + logo">
            <a:extLst>
              <a:ext uri="{FF2B5EF4-FFF2-40B4-BE49-F238E27FC236}">
                <a16:creationId xmlns:a16="http://schemas.microsoft.com/office/drawing/2014/main" id="{C8973D64-DE0B-FF32-DF83-DA71DD0309B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5" name="cornerstone">
              <a:extLst>
                <a:ext uri="{FF2B5EF4-FFF2-40B4-BE49-F238E27FC236}">
                  <a16:creationId xmlns:a16="http://schemas.microsoft.com/office/drawing/2014/main" id="{D55F5435-C2DA-6AFE-7CD1-2A7237A006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chemeClr val="bg1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6" name="BDO logo">
              <a:extLst>
                <a:ext uri="{FF2B5EF4-FFF2-40B4-BE49-F238E27FC236}">
                  <a16:creationId xmlns:a16="http://schemas.microsoft.com/office/drawing/2014/main" id="{CD14669C-CE3C-F622-ED6D-1833CD605B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863808" y="6124749"/>
              <a:ext cx="970457" cy="372959"/>
              <a:chOff x="359004" y="356467"/>
              <a:chExt cx="970457" cy="372959"/>
            </a:xfrm>
            <a:solidFill>
              <a:srgbClr val="22409A"/>
            </a:solidFill>
          </p:grpSpPr>
          <p:sp>
            <p:nvSpPr>
              <p:cNvPr id="7" name="Vrije vorm: vorm 6">
                <a:extLst>
                  <a:ext uri="{FF2B5EF4-FFF2-40B4-BE49-F238E27FC236}">
                    <a16:creationId xmlns:a16="http://schemas.microsoft.com/office/drawing/2014/main" id="{65F9680E-5997-0926-B5DE-7A0904C6EA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8" name="Vrije vorm: vorm 7">
                <a:extLst>
                  <a:ext uri="{FF2B5EF4-FFF2-40B4-BE49-F238E27FC236}">
                    <a16:creationId xmlns:a16="http://schemas.microsoft.com/office/drawing/2014/main" id="{BA12ED90-C3E3-9F6B-9EAD-5599218A327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9" name="Vrije vorm: vorm 8">
                <a:extLst>
                  <a:ext uri="{FF2B5EF4-FFF2-40B4-BE49-F238E27FC236}">
                    <a16:creationId xmlns:a16="http://schemas.microsoft.com/office/drawing/2014/main" id="{07F545DA-7831-C9E5-C9B1-F3C2BE68C71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0" name="Vrije vorm: vorm 9">
                <a:extLst>
                  <a:ext uri="{FF2B5EF4-FFF2-40B4-BE49-F238E27FC236}">
                    <a16:creationId xmlns:a16="http://schemas.microsoft.com/office/drawing/2014/main" id="{ECF614ED-CC07-FEE9-19E6-F71989A54DE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1" name="Vrije vorm: vorm 10">
                <a:extLst>
                  <a:ext uri="{FF2B5EF4-FFF2-40B4-BE49-F238E27FC236}">
                    <a16:creationId xmlns:a16="http://schemas.microsoft.com/office/drawing/2014/main" id="{5E5D0E4A-C7CB-2946-56BB-48FDCFDDB4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9872193E-E4B1-AC6B-73C2-6A5BD125C2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05452 h 6858000"/>
              <a:gd name="connsiteX3" fmla="*/ 9261602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805452"/>
                </a:lnTo>
                <a:lnTo>
                  <a:pt x="926160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 rIns="486000" anchor="t" anchorCtr="0">
            <a:noAutofit/>
          </a:bodyPr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TRIANGLE PATTERN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6901543-9D20-6201-B996-3581E12A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32653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 4 items (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8A4FBD6F-EF8F-FC81-E308-9F4AC630ED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695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4FBD6F-EF8F-FC81-E308-9F4AC630ED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age # placeholder">
            <a:extLst>
              <a:ext uri="{FF2B5EF4-FFF2-40B4-BE49-F238E27FC236}">
                <a16:creationId xmlns:a16="http://schemas.microsoft.com/office/drawing/2014/main" id="{D8C45439-4225-EF16-4310-B34A8F05A6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5DAC4B4-7B0A-D930-90E0-5E3997AA0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background_04">
            <a:extLst>
              <a:ext uri="{FF2B5EF4-FFF2-40B4-BE49-F238E27FC236}">
                <a16:creationId xmlns:a16="http://schemas.microsoft.com/office/drawing/2014/main" id="{52CD11BC-1AD1-B8CD-E425-B728C8211E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32176" y="1078029"/>
            <a:ext cx="2671200" cy="50484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7" name="background_03">
            <a:extLst>
              <a:ext uri="{FF2B5EF4-FFF2-40B4-BE49-F238E27FC236}">
                <a16:creationId xmlns:a16="http://schemas.microsoft.com/office/drawing/2014/main" id="{85B67BFA-7DF4-B884-8ABD-A0987844A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3125" y="1080854"/>
            <a:ext cx="2671200" cy="50484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6" name="background_02">
            <a:extLst>
              <a:ext uri="{FF2B5EF4-FFF2-40B4-BE49-F238E27FC236}">
                <a16:creationId xmlns:a16="http://schemas.microsoft.com/office/drawing/2014/main" id="{D451403C-192E-09C1-231E-A88118D0B1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34074" y="1078029"/>
            <a:ext cx="2671200" cy="50484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5" name="background_01">
            <a:extLst>
              <a:ext uri="{FF2B5EF4-FFF2-40B4-BE49-F238E27FC236}">
                <a16:creationId xmlns:a16="http://schemas.microsoft.com/office/drawing/2014/main" id="{FA9A59CF-DEE9-0778-1CDF-73EF80391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023" y="1078029"/>
            <a:ext cx="2671200" cy="50484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11" name="04">
            <a:extLst>
              <a:ext uri="{FF2B5EF4-FFF2-40B4-BE49-F238E27FC236}">
                <a16:creationId xmlns:a16="http://schemas.microsoft.com/office/drawing/2014/main" id="{B5307645-3F29-15E5-9D13-618638049A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32176" y="1078029"/>
            <a:ext cx="2671200" cy="1377724"/>
          </a:xfrm>
          <a:prstGeom prst="rect">
            <a:avLst/>
          </a:prstGeom>
          <a:noFill/>
        </p:spPr>
        <p:txBody>
          <a:bodyPr wrap="square" lIns="180000" tIns="90000" rIns="180000" bIns="36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04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38EF50B6-134B-B48F-294B-B8979802E0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83124" y="1078029"/>
            <a:ext cx="2671200" cy="1377724"/>
          </a:xfrm>
          <a:prstGeom prst="rect">
            <a:avLst/>
          </a:prstGeom>
          <a:noFill/>
        </p:spPr>
        <p:txBody>
          <a:bodyPr wrap="square" lIns="180000" tIns="90000" rIns="180000" bIns="36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03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02">
            <a:extLst>
              <a:ext uri="{FF2B5EF4-FFF2-40B4-BE49-F238E27FC236}">
                <a16:creationId xmlns:a16="http://schemas.microsoft.com/office/drawing/2014/main" id="{234D7BBB-AC0E-10CA-8CD6-BA58718143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4073" y="1078029"/>
            <a:ext cx="2671200" cy="1377724"/>
          </a:xfrm>
          <a:prstGeom prst="rect">
            <a:avLst/>
          </a:prstGeom>
          <a:noFill/>
        </p:spPr>
        <p:txBody>
          <a:bodyPr wrap="square" lIns="180000" tIns="90000" rIns="180000" bIns="36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02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D4780C65-59E3-F680-F8D0-DED4CB25F6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5022" y="1078029"/>
            <a:ext cx="2671200" cy="1377724"/>
          </a:xfrm>
          <a:prstGeom prst="rect">
            <a:avLst/>
          </a:prstGeom>
          <a:noFill/>
        </p:spPr>
        <p:txBody>
          <a:bodyPr wrap="square" lIns="180000" tIns="90000" rIns="180000" bIns="36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01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text placeholder_04">
            <a:extLst>
              <a:ext uri="{FF2B5EF4-FFF2-40B4-BE49-F238E27FC236}">
                <a16:creationId xmlns:a16="http://schemas.microsoft.com/office/drawing/2014/main" id="{60B12DA6-AD59-720F-7D85-596B2C0B8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9032176" y="2455753"/>
            <a:ext cx="2671200" cy="3669012"/>
          </a:xfrm>
          <a:prstGeom prst="rect">
            <a:avLst/>
          </a:prstGeom>
        </p:spPr>
        <p:txBody>
          <a:bodyPr lIns="180000" tIns="0" rIns="180000" bIns="180000"/>
          <a:lstStyle>
            <a:lvl1pPr>
              <a:defRPr sz="1200"/>
            </a:lvl1pPr>
          </a:lstStyle>
          <a:p>
            <a:pPr lvl="0"/>
            <a:endParaRPr lang="en-US"/>
          </a:p>
        </p:txBody>
      </p:sp>
      <p:sp>
        <p:nvSpPr>
          <p:cNvPr id="16" name="text placeholder_03">
            <a:extLst>
              <a:ext uri="{FF2B5EF4-FFF2-40B4-BE49-F238E27FC236}">
                <a16:creationId xmlns:a16="http://schemas.microsoft.com/office/drawing/2014/main" id="{CA5BEDBB-DA63-72EB-6D99-DDE2A44392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6182597" y="2455753"/>
            <a:ext cx="2671200" cy="3669012"/>
          </a:xfrm>
          <a:prstGeom prst="rect">
            <a:avLst/>
          </a:prstGeom>
        </p:spPr>
        <p:txBody>
          <a:bodyPr lIns="180000" tIns="0" rIns="180000" bIns="180000"/>
          <a:lstStyle>
            <a:lvl1pPr>
              <a:defRPr sz="1200"/>
            </a:lvl1pPr>
          </a:lstStyle>
          <a:p>
            <a:pPr lvl="0"/>
            <a:endParaRPr lang="en-US"/>
          </a:p>
        </p:txBody>
      </p:sp>
      <p:sp>
        <p:nvSpPr>
          <p:cNvPr id="15" name="text placeholder_02">
            <a:extLst>
              <a:ext uri="{FF2B5EF4-FFF2-40B4-BE49-F238E27FC236}">
                <a16:creationId xmlns:a16="http://schemas.microsoft.com/office/drawing/2014/main" id="{56C39C35-E7C5-C69C-307C-BD30E80EF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3333017" y="2455753"/>
            <a:ext cx="2671200" cy="3669012"/>
          </a:xfrm>
          <a:prstGeom prst="rect">
            <a:avLst/>
          </a:prstGeom>
        </p:spPr>
        <p:txBody>
          <a:bodyPr lIns="180000" tIns="0" rIns="180000" bIns="180000"/>
          <a:lstStyle>
            <a:lvl1pPr>
              <a:defRPr sz="1200"/>
            </a:lvl1pPr>
          </a:lstStyle>
          <a:p>
            <a:pPr lvl="0"/>
            <a:endParaRPr lang="en-US"/>
          </a:p>
        </p:txBody>
      </p:sp>
      <p:sp>
        <p:nvSpPr>
          <p:cNvPr id="14" name="text placeholder_01">
            <a:extLst>
              <a:ext uri="{FF2B5EF4-FFF2-40B4-BE49-F238E27FC236}">
                <a16:creationId xmlns:a16="http://schemas.microsoft.com/office/drawing/2014/main" id="{B92BE7B0-1E71-18DA-C572-909A863621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83437" y="2455753"/>
            <a:ext cx="2671200" cy="3669012"/>
          </a:xfrm>
          <a:prstGeom prst="rect">
            <a:avLst/>
          </a:prstGeom>
        </p:spPr>
        <p:txBody>
          <a:bodyPr lIns="180000" tIns="0" rIns="180000" bIns="180000"/>
          <a:lstStyle>
            <a:lvl1pPr>
              <a:defRPr sz="1200"/>
            </a:lvl1pPr>
          </a:lstStyle>
          <a:p>
            <a:pPr lvl="0"/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D515112-BB9A-D554-99F0-C8142ACFBB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057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 4 items (i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279894E-8361-C4EC-AB39-723E60A1E4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785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79894E-8361-C4EC-AB39-723E60A1E4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page # placeholder">
            <a:extLst>
              <a:ext uri="{FF2B5EF4-FFF2-40B4-BE49-F238E27FC236}">
                <a16:creationId xmlns:a16="http://schemas.microsoft.com/office/drawing/2014/main" id="{4DBD3EA6-D577-1DEA-B7A4-B62FDB7FBF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5DAC4B4-7B0A-D930-90E0-5E3997AA0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background_04">
            <a:extLst>
              <a:ext uri="{FF2B5EF4-FFF2-40B4-BE49-F238E27FC236}">
                <a16:creationId xmlns:a16="http://schemas.microsoft.com/office/drawing/2014/main" id="{52CD11BC-1AD1-B8CD-E425-B728C8211E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32176" y="1075204"/>
            <a:ext cx="2671200" cy="5051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7" name="background_03">
            <a:extLst>
              <a:ext uri="{FF2B5EF4-FFF2-40B4-BE49-F238E27FC236}">
                <a16:creationId xmlns:a16="http://schemas.microsoft.com/office/drawing/2014/main" id="{85B67BFA-7DF4-B884-8ABD-A0987844A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3125" y="1078029"/>
            <a:ext cx="2671200" cy="5051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6" name="background_02">
            <a:extLst>
              <a:ext uri="{FF2B5EF4-FFF2-40B4-BE49-F238E27FC236}">
                <a16:creationId xmlns:a16="http://schemas.microsoft.com/office/drawing/2014/main" id="{D451403C-192E-09C1-231E-A88118D0B1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34074" y="1075204"/>
            <a:ext cx="2671200" cy="5051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5" name="background_01">
            <a:extLst>
              <a:ext uri="{FF2B5EF4-FFF2-40B4-BE49-F238E27FC236}">
                <a16:creationId xmlns:a16="http://schemas.microsoft.com/office/drawing/2014/main" id="{FA9A59CF-DEE9-0778-1CDF-73EF80391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023" y="1075204"/>
            <a:ext cx="2671200" cy="5051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31" name="circle placeholder_04">
            <a:extLst>
              <a:ext uri="{FF2B5EF4-FFF2-40B4-BE49-F238E27FC236}">
                <a16:creationId xmlns:a16="http://schemas.microsoft.com/office/drawing/2014/main" id="{B0CA314C-A73B-5846-5DC5-85C7A5B8A1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9899776" y="1317806"/>
            <a:ext cx="936000" cy="936000"/>
          </a:xfrm>
          <a:custGeom>
            <a:avLst/>
            <a:gdLst>
              <a:gd name="connsiteX0" fmla="*/ 468000 w 936000"/>
              <a:gd name="connsiteY0" fmla="*/ 0 h 936000"/>
              <a:gd name="connsiteX1" fmla="*/ 936000 w 936000"/>
              <a:gd name="connsiteY1" fmla="*/ 468000 h 936000"/>
              <a:gd name="connsiteX2" fmla="*/ 468000 w 936000"/>
              <a:gd name="connsiteY2" fmla="*/ 936000 h 936000"/>
              <a:gd name="connsiteX3" fmla="*/ 0 w 936000"/>
              <a:gd name="connsiteY3" fmla="*/ 468000 h 936000"/>
              <a:gd name="connsiteX4" fmla="*/ 468000 w 936000"/>
              <a:gd name="connsiteY4" fmla="*/ 0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000" h="936000">
                <a:moveTo>
                  <a:pt x="468000" y="0"/>
                </a:moveTo>
                <a:cubicBezTo>
                  <a:pt x="726469" y="0"/>
                  <a:pt x="936000" y="209531"/>
                  <a:pt x="936000" y="468000"/>
                </a:cubicBezTo>
                <a:cubicBezTo>
                  <a:pt x="936000" y="726469"/>
                  <a:pt x="726469" y="936000"/>
                  <a:pt x="468000" y="936000"/>
                </a:cubicBezTo>
                <a:cubicBezTo>
                  <a:pt x="209531" y="936000"/>
                  <a:pt x="0" y="726469"/>
                  <a:pt x="0" y="468000"/>
                </a:cubicBezTo>
                <a:cubicBezTo>
                  <a:pt x="0" y="209531"/>
                  <a:pt x="209531" y="0"/>
                  <a:pt x="46800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>
            <a:lvl1pPr algn="ctr">
              <a:defRPr sz="800">
                <a:noFill/>
              </a:defRPr>
            </a:lvl1pPr>
          </a:lstStyle>
          <a:p>
            <a:pPr lvl="0"/>
            <a:endParaRPr lang="nl-NL"/>
          </a:p>
        </p:txBody>
      </p:sp>
      <p:sp>
        <p:nvSpPr>
          <p:cNvPr id="29" name="circle placeholder_03">
            <a:extLst>
              <a:ext uri="{FF2B5EF4-FFF2-40B4-BE49-F238E27FC236}">
                <a16:creationId xmlns:a16="http://schemas.microsoft.com/office/drawing/2014/main" id="{41C997B8-2BBF-8FD9-CC67-A13AFC27C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7050724" y="1317806"/>
            <a:ext cx="936000" cy="936000"/>
          </a:xfrm>
          <a:custGeom>
            <a:avLst/>
            <a:gdLst>
              <a:gd name="connsiteX0" fmla="*/ 468000 w 936000"/>
              <a:gd name="connsiteY0" fmla="*/ 0 h 936000"/>
              <a:gd name="connsiteX1" fmla="*/ 936000 w 936000"/>
              <a:gd name="connsiteY1" fmla="*/ 468000 h 936000"/>
              <a:gd name="connsiteX2" fmla="*/ 468000 w 936000"/>
              <a:gd name="connsiteY2" fmla="*/ 936000 h 936000"/>
              <a:gd name="connsiteX3" fmla="*/ 0 w 936000"/>
              <a:gd name="connsiteY3" fmla="*/ 468000 h 936000"/>
              <a:gd name="connsiteX4" fmla="*/ 468000 w 936000"/>
              <a:gd name="connsiteY4" fmla="*/ 0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000" h="936000">
                <a:moveTo>
                  <a:pt x="468000" y="0"/>
                </a:moveTo>
                <a:cubicBezTo>
                  <a:pt x="726469" y="0"/>
                  <a:pt x="936000" y="209531"/>
                  <a:pt x="936000" y="468000"/>
                </a:cubicBezTo>
                <a:cubicBezTo>
                  <a:pt x="936000" y="726469"/>
                  <a:pt x="726469" y="936000"/>
                  <a:pt x="468000" y="936000"/>
                </a:cubicBezTo>
                <a:cubicBezTo>
                  <a:pt x="209531" y="936000"/>
                  <a:pt x="0" y="726469"/>
                  <a:pt x="0" y="468000"/>
                </a:cubicBezTo>
                <a:cubicBezTo>
                  <a:pt x="0" y="209531"/>
                  <a:pt x="209531" y="0"/>
                  <a:pt x="46800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>
            <a:lvl1pPr algn="ctr">
              <a:defRPr sz="800">
                <a:noFill/>
              </a:defRPr>
            </a:lvl1pPr>
          </a:lstStyle>
          <a:p>
            <a:pPr lvl="0"/>
            <a:endParaRPr lang="nl-NL"/>
          </a:p>
        </p:txBody>
      </p:sp>
      <p:sp>
        <p:nvSpPr>
          <p:cNvPr id="27" name="circle placeholder_02">
            <a:extLst>
              <a:ext uri="{FF2B5EF4-FFF2-40B4-BE49-F238E27FC236}">
                <a16:creationId xmlns:a16="http://schemas.microsoft.com/office/drawing/2014/main" id="{36D9E2C4-A499-0B16-1631-695185FB81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4201673" y="1317806"/>
            <a:ext cx="936000" cy="936000"/>
          </a:xfrm>
          <a:custGeom>
            <a:avLst/>
            <a:gdLst>
              <a:gd name="connsiteX0" fmla="*/ 468000 w 936000"/>
              <a:gd name="connsiteY0" fmla="*/ 0 h 936000"/>
              <a:gd name="connsiteX1" fmla="*/ 936000 w 936000"/>
              <a:gd name="connsiteY1" fmla="*/ 468000 h 936000"/>
              <a:gd name="connsiteX2" fmla="*/ 468000 w 936000"/>
              <a:gd name="connsiteY2" fmla="*/ 936000 h 936000"/>
              <a:gd name="connsiteX3" fmla="*/ 0 w 936000"/>
              <a:gd name="connsiteY3" fmla="*/ 468000 h 936000"/>
              <a:gd name="connsiteX4" fmla="*/ 468000 w 936000"/>
              <a:gd name="connsiteY4" fmla="*/ 0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000" h="936000">
                <a:moveTo>
                  <a:pt x="468000" y="0"/>
                </a:moveTo>
                <a:cubicBezTo>
                  <a:pt x="726469" y="0"/>
                  <a:pt x="936000" y="209531"/>
                  <a:pt x="936000" y="468000"/>
                </a:cubicBezTo>
                <a:cubicBezTo>
                  <a:pt x="936000" y="726469"/>
                  <a:pt x="726469" y="936000"/>
                  <a:pt x="468000" y="936000"/>
                </a:cubicBezTo>
                <a:cubicBezTo>
                  <a:pt x="209531" y="936000"/>
                  <a:pt x="0" y="726469"/>
                  <a:pt x="0" y="468000"/>
                </a:cubicBezTo>
                <a:cubicBezTo>
                  <a:pt x="0" y="209531"/>
                  <a:pt x="209531" y="0"/>
                  <a:pt x="46800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>
            <a:lvl1pPr algn="ctr">
              <a:defRPr sz="800">
                <a:noFill/>
              </a:defRPr>
            </a:lvl1pPr>
          </a:lstStyle>
          <a:p>
            <a:pPr lvl="0"/>
            <a:endParaRPr lang="nl-NL"/>
          </a:p>
        </p:txBody>
      </p:sp>
      <p:sp>
        <p:nvSpPr>
          <p:cNvPr id="25" name="circle placeholder_01">
            <a:extLst>
              <a:ext uri="{FF2B5EF4-FFF2-40B4-BE49-F238E27FC236}">
                <a16:creationId xmlns:a16="http://schemas.microsoft.com/office/drawing/2014/main" id="{094205F2-9EED-52D3-AE63-D445AF267D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1352623" y="1317806"/>
            <a:ext cx="936000" cy="936000"/>
          </a:xfrm>
          <a:custGeom>
            <a:avLst/>
            <a:gdLst>
              <a:gd name="connsiteX0" fmla="*/ 468000 w 936000"/>
              <a:gd name="connsiteY0" fmla="*/ 0 h 936000"/>
              <a:gd name="connsiteX1" fmla="*/ 936000 w 936000"/>
              <a:gd name="connsiteY1" fmla="*/ 468000 h 936000"/>
              <a:gd name="connsiteX2" fmla="*/ 468000 w 936000"/>
              <a:gd name="connsiteY2" fmla="*/ 936000 h 936000"/>
              <a:gd name="connsiteX3" fmla="*/ 0 w 936000"/>
              <a:gd name="connsiteY3" fmla="*/ 468000 h 936000"/>
              <a:gd name="connsiteX4" fmla="*/ 468000 w 936000"/>
              <a:gd name="connsiteY4" fmla="*/ 0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000" h="936000">
                <a:moveTo>
                  <a:pt x="468000" y="0"/>
                </a:moveTo>
                <a:cubicBezTo>
                  <a:pt x="726469" y="0"/>
                  <a:pt x="936000" y="209531"/>
                  <a:pt x="936000" y="468000"/>
                </a:cubicBezTo>
                <a:cubicBezTo>
                  <a:pt x="936000" y="726469"/>
                  <a:pt x="726469" y="936000"/>
                  <a:pt x="468000" y="936000"/>
                </a:cubicBezTo>
                <a:cubicBezTo>
                  <a:pt x="209531" y="936000"/>
                  <a:pt x="0" y="726469"/>
                  <a:pt x="0" y="468000"/>
                </a:cubicBezTo>
                <a:cubicBezTo>
                  <a:pt x="0" y="209531"/>
                  <a:pt x="209531" y="0"/>
                  <a:pt x="46800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>
            <a:lvl1pPr algn="ctr">
              <a:defRPr sz="800">
                <a:noFill/>
              </a:defRPr>
            </a:lvl1pPr>
          </a:lstStyle>
          <a:p>
            <a:pPr lvl="0"/>
            <a:endParaRPr lang="nl-NL"/>
          </a:p>
        </p:txBody>
      </p:sp>
      <p:sp>
        <p:nvSpPr>
          <p:cNvPr id="20" name="icon placeholder_04">
            <a:extLst>
              <a:ext uri="{FF2B5EF4-FFF2-40B4-BE49-F238E27FC236}">
                <a16:creationId xmlns:a16="http://schemas.microsoft.com/office/drawing/2014/main" id="{45AE7A07-E416-BC73-16F3-294147E82F0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40" hasCustomPrompt="1"/>
          </p:nvPr>
        </p:nvSpPr>
        <p:spPr>
          <a:xfrm>
            <a:off x="10007776" y="1425806"/>
            <a:ext cx="720000" cy="720000"/>
          </a:xfrm>
          <a:prstGeom prst="ellipse">
            <a:avLst/>
          </a:prstGeom>
          <a:noFill/>
          <a:ln w="36000">
            <a:noFill/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ADD ICON</a:t>
            </a:r>
            <a:endParaRPr lang="en-GB"/>
          </a:p>
        </p:txBody>
      </p:sp>
      <p:sp>
        <p:nvSpPr>
          <p:cNvPr id="19" name="icon placeholder_03">
            <a:extLst>
              <a:ext uri="{FF2B5EF4-FFF2-40B4-BE49-F238E27FC236}">
                <a16:creationId xmlns:a16="http://schemas.microsoft.com/office/drawing/2014/main" id="{A80E9EBD-61D5-00A8-584C-5336E9459233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39" hasCustomPrompt="1"/>
          </p:nvPr>
        </p:nvSpPr>
        <p:spPr>
          <a:xfrm>
            <a:off x="7158724" y="1425806"/>
            <a:ext cx="720000" cy="720000"/>
          </a:xfrm>
          <a:prstGeom prst="ellipse">
            <a:avLst/>
          </a:prstGeom>
          <a:noFill/>
          <a:ln w="36000">
            <a:noFill/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ADD ICON</a:t>
            </a:r>
            <a:endParaRPr lang="en-GB"/>
          </a:p>
        </p:txBody>
      </p:sp>
      <p:sp>
        <p:nvSpPr>
          <p:cNvPr id="18" name="icon placeholder_02">
            <a:extLst>
              <a:ext uri="{FF2B5EF4-FFF2-40B4-BE49-F238E27FC236}">
                <a16:creationId xmlns:a16="http://schemas.microsoft.com/office/drawing/2014/main" id="{20C1FB86-5090-398B-C8DB-A6FC4E95B96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38" hasCustomPrompt="1"/>
          </p:nvPr>
        </p:nvSpPr>
        <p:spPr>
          <a:xfrm>
            <a:off x="4309673" y="1425806"/>
            <a:ext cx="720000" cy="720000"/>
          </a:xfrm>
          <a:prstGeom prst="ellipse">
            <a:avLst/>
          </a:prstGeom>
          <a:noFill/>
          <a:ln w="36000">
            <a:noFill/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ADD ICON</a:t>
            </a:r>
            <a:endParaRPr lang="en-GB"/>
          </a:p>
        </p:txBody>
      </p:sp>
      <p:sp>
        <p:nvSpPr>
          <p:cNvPr id="17" name="icon placeholder_01">
            <a:extLst>
              <a:ext uri="{FF2B5EF4-FFF2-40B4-BE49-F238E27FC236}">
                <a16:creationId xmlns:a16="http://schemas.microsoft.com/office/drawing/2014/main" id="{9812F03F-24F8-3C8E-DEB4-DB78EC3A699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37" hasCustomPrompt="1"/>
          </p:nvPr>
        </p:nvSpPr>
        <p:spPr>
          <a:xfrm>
            <a:off x="1460623" y="1425806"/>
            <a:ext cx="720000" cy="720000"/>
          </a:xfrm>
          <a:prstGeom prst="ellipse">
            <a:avLst/>
          </a:prstGeom>
          <a:noFill/>
          <a:ln w="36000">
            <a:noFill/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ADD ICON</a:t>
            </a:r>
            <a:endParaRPr lang="en-GB"/>
          </a:p>
        </p:txBody>
      </p:sp>
      <p:sp>
        <p:nvSpPr>
          <p:cNvPr id="24" name="text placeholder_04">
            <a:extLst>
              <a:ext uri="{FF2B5EF4-FFF2-40B4-BE49-F238E27FC236}">
                <a16:creationId xmlns:a16="http://schemas.microsoft.com/office/drawing/2014/main" id="{C9ECAB2B-B22E-F112-34B3-6CDE9A208E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32176" y="2496408"/>
            <a:ext cx="2671200" cy="3630105"/>
          </a:xfrm>
          <a:prstGeom prst="rect">
            <a:avLst/>
          </a:prstGeom>
        </p:spPr>
        <p:txBody>
          <a:bodyPr lIns="180000" tIns="180000" rIns="180000" bIns="180000"/>
          <a:lstStyle>
            <a:lvl1pPr algn="ctr">
              <a:defRPr/>
            </a:lvl1pPr>
            <a:lvl2pPr marL="0" indent="0" algn="ctr">
              <a:buNone/>
              <a:defRPr b="1">
                <a:solidFill>
                  <a:schemeClr val="accent1"/>
                </a:solidFill>
              </a:defRPr>
            </a:lvl2pPr>
            <a:lvl3pPr marL="0" indent="0" algn="ctr">
              <a:buNone/>
              <a:defRPr b="0">
                <a:solidFill>
                  <a:schemeClr val="accent1"/>
                </a:solidFill>
              </a:defRPr>
            </a:lvl3pPr>
            <a:lvl4pPr marL="0" indent="0" algn="ctr">
              <a:buNone/>
              <a:defRPr b="1">
                <a:solidFill>
                  <a:schemeClr val="tx2"/>
                </a:solidFill>
              </a:defRPr>
            </a:lvl4pPr>
            <a:lvl5pPr algn="ctr">
              <a:defRPr lang="en-US" sz="1600" b="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algn="ctr">
              <a:defRPr b="0">
                <a:solidFill>
                  <a:schemeClr val="tx2"/>
                </a:solidFill>
              </a:defRPr>
            </a:lvl6pPr>
            <a:lvl7pPr algn="ctr">
              <a:defRPr b="0">
                <a:solidFill>
                  <a:schemeClr val="tx2"/>
                </a:solidFill>
              </a:defRPr>
            </a:lvl7pPr>
            <a:lvl8pPr marL="0" indent="0" algn="ctr">
              <a:buNone/>
              <a:defRPr b="0">
                <a:solidFill>
                  <a:schemeClr val="tx2"/>
                </a:solidFill>
              </a:defRPr>
            </a:lvl8pPr>
            <a:lvl9pPr marL="0" indent="0" algn="ctr">
              <a:buNone/>
              <a:defRPr b="0">
                <a:solidFill>
                  <a:schemeClr val="tx2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3" name="text placeholder_03">
            <a:extLst>
              <a:ext uri="{FF2B5EF4-FFF2-40B4-BE49-F238E27FC236}">
                <a16:creationId xmlns:a16="http://schemas.microsoft.com/office/drawing/2014/main" id="{793FE13B-5F88-4021-2318-F2E4CCC3AF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861" y="2496408"/>
            <a:ext cx="2671200" cy="3630105"/>
          </a:xfrm>
          <a:prstGeom prst="rect">
            <a:avLst/>
          </a:prstGeom>
        </p:spPr>
        <p:txBody>
          <a:bodyPr lIns="180000" tIns="180000" rIns="180000" bIns="180000"/>
          <a:lstStyle>
            <a:lvl1pPr algn="ctr">
              <a:defRPr/>
            </a:lvl1pPr>
            <a:lvl2pPr marL="0" indent="0" algn="ctr">
              <a:buNone/>
              <a:defRPr b="1">
                <a:solidFill>
                  <a:schemeClr val="accent1"/>
                </a:solidFill>
              </a:defRPr>
            </a:lvl2pPr>
            <a:lvl3pPr marL="0" indent="0" algn="ctr">
              <a:buNone/>
              <a:defRPr b="0">
                <a:solidFill>
                  <a:schemeClr val="accent1"/>
                </a:solidFill>
              </a:defRPr>
            </a:lvl3pPr>
            <a:lvl4pPr marL="0" indent="0" algn="ctr">
              <a:buNone/>
              <a:defRPr b="1">
                <a:solidFill>
                  <a:schemeClr val="tx2"/>
                </a:solidFill>
              </a:defRPr>
            </a:lvl4pPr>
            <a:lvl5pPr algn="ctr">
              <a:defRPr lang="en-US" sz="1600" b="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algn="ctr">
              <a:defRPr b="0">
                <a:solidFill>
                  <a:schemeClr val="tx2"/>
                </a:solidFill>
              </a:defRPr>
            </a:lvl6pPr>
            <a:lvl7pPr algn="ctr">
              <a:defRPr b="0">
                <a:solidFill>
                  <a:schemeClr val="tx2"/>
                </a:solidFill>
              </a:defRPr>
            </a:lvl7pPr>
            <a:lvl8pPr marL="0" indent="0" algn="ctr">
              <a:buNone/>
              <a:defRPr b="0">
                <a:solidFill>
                  <a:schemeClr val="tx2"/>
                </a:solidFill>
              </a:defRPr>
            </a:lvl8pPr>
            <a:lvl9pPr marL="0" indent="0" algn="ctr">
              <a:buNone/>
              <a:defRPr b="0">
                <a:solidFill>
                  <a:schemeClr val="tx2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2" name="text placeholder_02">
            <a:extLst>
              <a:ext uri="{FF2B5EF4-FFF2-40B4-BE49-F238E27FC236}">
                <a16:creationId xmlns:a16="http://schemas.microsoft.com/office/drawing/2014/main" id="{4200B6F5-843E-5126-29C1-69BA8F0480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545" y="2496408"/>
            <a:ext cx="2671200" cy="3630105"/>
          </a:xfrm>
          <a:prstGeom prst="rect">
            <a:avLst/>
          </a:prstGeom>
        </p:spPr>
        <p:txBody>
          <a:bodyPr lIns="180000" tIns="180000" rIns="180000" bIns="180000"/>
          <a:lstStyle>
            <a:lvl1pPr algn="ctr">
              <a:defRPr/>
            </a:lvl1pPr>
            <a:lvl2pPr marL="0" indent="0" algn="ctr">
              <a:buNone/>
              <a:defRPr b="1">
                <a:solidFill>
                  <a:schemeClr val="accent1"/>
                </a:solidFill>
              </a:defRPr>
            </a:lvl2pPr>
            <a:lvl3pPr marL="0" indent="0" algn="ctr">
              <a:buNone/>
              <a:defRPr b="0">
                <a:solidFill>
                  <a:schemeClr val="accent1"/>
                </a:solidFill>
              </a:defRPr>
            </a:lvl3pPr>
            <a:lvl4pPr marL="0" indent="0" algn="ctr">
              <a:buNone/>
              <a:defRPr b="1">
                <a:solidFill>
                  <a:schemeClr val="tx2"/>
                </a:solidFill>
              </a:defRPr>
            </a:lvl4pPr>
            <a:lvl5pPr algn="ctr">
              <a:defRPr lang="en-US" sz="1600" b="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algn="ctr">
              <a:defRPr b="0">
                <a:solidFill>
                  <a:schemeClr val="tx2"/>
                </a:solidFill>
              </a:defRPr>
            </a:lvl6pPr>
            <a:lvl7pPr algn="ctr">
              <a:defRPr b="0">
                <a:solidFill>
                  <a:schemeClr val="tx2"/>
                </a:solidFill>
              </a:defRPr>
            </a:lvl7pPr>
            <a:lvl8pPr marL="0" indent="0" algn="ctr">
              <a:buNone/>
              <a:defRPr b="0">
                <a:solidFill>
                  <a:schemeClr val="tx2"/>
                </a:solidFill>
              </a:defRPr>
            </a:lvl8pPr>
            <a:lvl9pPr marL="0" indent="0" algn="ctr">
              <a:buNone/>
              <a:defRPr b="0">
                <a:solidFill>
                  <a:schemeClr val="tx2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1" name="text placeholder_01">
            <a:extLst>
              <a:ext uri="{FF2B5EF4-FFF2-40B4-BE49-F238E27FC236}">
                <a16:creationId xmlns:a16="http://schemas.microsoft.com/office/drawing/2014/main" id="{2B31C2BD-86A9-3FE1-1795-0086C69EA6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229" y="2496409"/>
            <a:ext cx="2671200" cy="3630101"/>
          </a:xfrm>
          <a:prstGeom prst="rect">
            <a:avLst/>
          </a:prstGeom>
        </p:spPr>
        <p:txBody>
          <a:bodyPr lIns="180000" tIns="180000" rIns="180000" bIns="180000"/>
          <a:lstStyle>
            <a:lvl1pPr algn="ctr">
              <a:defRPr/>
            </a:lvl1pPr>
            <a:lvl2pPr marL="0" indent="0" algn="ctr">
              <a:buNone/>
              <a:defRPr b="1">
                <a:solidFill>
                  <a:schemeClr val="accent1"/>
                </a:solidFill>
              </a:defRPr>
            </a:lvl2pPr>
            <a:lvl3pPr marL="0" indent="0" algn="ctr">
              <a:buNone/>
              <a:defRPr b="0">
                <a:solidFill>
                  <a:schemeClr val="accent1"/>
                </a:solidFill>
              </a:defRPr>
            </a:lvl3pPr>
            <a:lvl4pPr marL="0" indent="0" algn="ctr">
              <a:buNone/>
              <a:defRPr b="1">
                <a:solidFill>
                  <a:schemeClr val="tx2"/>
                </a:solidFill>
              </a:defRPr>
            </a:lvl4pPr>
            <a:lvl5pPr marL="0" indent="0" algn="ctr">
              <a:buNone/>
              <a:defRPr b="0">
                <a:solidFill>
                  <a:schemeClr val="tx2"/>
                </a:solidFill>
              </a:defRPr>
            </a:lvl5pPr>
            <a:lvl6pPr algn="ctr">
              <a:defRPr b="0">
                <a:solidFill>
                  <a:schemeClr val="tx2"/>
                </a:solidFill>
              </a:defRPr>
            </a:lvl6pPr>
            <a:lvl7pPr algn="ctr">
              <a:defRPr b="0">
                <a:solidFill>
                  <a:schemeClr val="tx2"/>
                </a:solidFill>
              </a:defRPr>
            </a:lvl7pPr>
            <a:lvl8pPr marL="0" indent="0" algn="ctr">
              <a:buNone/>
              <a:defRPr b="0">
                <a:solidFill>
                  <a:schemeClr val="tx2"/>
                </a:solidFill>
              </a:defRPr>
            </a:lvl8pPr>
            <a:lvl9pPr marL="0" indent="0" algn="ctr">
              <a:buNone/>
              <a:defRPr b="0">
                <a:solidFill>
                  <a:schemeClr val="tx2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D515112-BB9A-D554-99F0-C8142ACFBB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7244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 5 items (i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9E599D5-28A7-DE42-3C24-3A59E429ECC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4380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E599D5-28A7-DE42-3C24-3A59E429EC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page # placeholder">
            <a:extLst>
              <a:ext uri="{FF2B5EF4-FFF2-40B4-BE49-F238E27FC236}">
                <a16:creationId xmlns:a16="http://schemas.microsoft.com/office/drawing/2014/main" id="{2C548A4D-88C0-BCAC-6614-1973C5DF9E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5DAC4B4-7B0A-D930-90E0-5E3997AA0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5" name="background_05">
            <a:extLst>
              <a:ext uri="{FF2B5EF4-FFF2-40B4-BE49-F238E27FC236}">
                <a16:creationId xmlns:a16="http://schemas.microsoft.com/office/drawing/2014/main" id="{8B613875-3719-E26B-92FE-13421298BA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04576" y="1082602"/>
            <a:ext cx="2098800" cy="50467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8" name="background_04">
            <a:extLst>
              <a:ext uri="{FF2B5EF4-FFF2-40B4-BE49-F238E27FC236}">
                <a16:creationId xmlns:a16="http://schemas.microsoft.com/office/drawing/2014/main" id="{52CD11BC-1AD1-B8CD-E425-B728C8211E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24687" y="1079777"/>
            <a:ext cx="2098800" cy="50467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7" name="background_03">
            <a:extLst>
              <a:ext uri="{FF2B5EF4-FFF2-40B4-BE49-F238E27FC236}">
                <a16:creationId xmlns:a16="http://schemas.microsoft.com/office/drawing/2014/main" id="{85B67BFA-7DF4-B884-8ABD-A0987844A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4799" y="1082602"/>
            <a:ext cx="2098800" cy="50467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6" name="background_02">
            <a:extLst>
              <a:ext uri="{FF2B5EF4-FFF2-40B4-BE49-F238E27FC236}">
                <a16:creationId xmlns:a16="http://schemas.microsoft.com/office/drawing/2014/main" id="{D451403C-192E-09C1-231E-A88118D0B1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64911" y="1079777"/>
            <a:ext cx="2098800" cy="50467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5" name="background_01">
            <a:extLst>
              <a:ext uri="{FF2B5EF4-FFF2-40B4-BE49-F238E27FC236}">
                <a16:creationId xmlns:a16="http://schemas.microsoft.com/office/drawing/2014/main" id="{FA9A59CF-DEE9-0778-1CDF-73EF80391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023" y="1079777"/>
            <a:ext cx="2098800" cy="50467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17" name="circle placeholder_05">
            <a:extLst>
              <a:ext uri="{FF2B5EF4-FFF2-40B4-BE49-F238E27FC236}">
                <a16:creationId xmlns:a16="http://schemas.microsoft.com/office/drawing/2014/main" id="{31ED2032-3CF1-1B42-0E6F-6C9C24460C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10185976" y="1317807"/>
            <a:ext cx="936000" cy="936000"/>
          </a:xfrm>
          <a:custGeom>
            <a:avLst/>
            <a:gdLst>
              <a:gd name="connsiteX0" fmla="*/ 468000 w 936000"/>
              <a:gd name="connsiteY0" fmla="*/ 0 h 936000"/>
              <a:gd name="connsiteX1" fmla="*/ 936000 w 936000"/>
              <a:gd name="connsiteY1" fmla="*/ 468000 h 936000"/>
              <a:gd name="connsiteX2" fmla="*/ 468000 w 936000"/>
              <a:gd name="connsiteY2" fmla="*/ 936000 h 936000"/>
              <a:gd name="connsiteX3" fmla="*/ 0 w 936000"/>
              <a:gd name="connsiteY3" fmla="*/ 468000 h 936000"/>
              <a:gd name="connsiteX4" fmla="*/ 468000 w 936000"/>
              <a:gd name="connsiteY4" fmla="*/ 0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000" h="936000">
                <a:moveTo>
                  <a:pt x="468000" y="0"/>
                </a:moveTo>
                <a:cubicBezTo>
                  <a:pt x="726469" y="0"/>
                  <a:pt x="936000" y="209531"/>
                  <a:pt x="936000" y="468000"/>
                </a:cubicBezTo>
                <a:cubicBezTo>
                  <a:pt x="936000" y="726469"/>
                  <a:pt x="726469" y="936000"/>
                  <a:pt x="468000" y="936000"/>
                </a:cubicBezTo>
                <a:cubicBezTo>
                  <a:pt x="209531" y="936000"/>
                  <a:pt x="0" y="726469"/>
                  <a:pt x="0" y="468000"/>
                </a:cubicBezTo>
                <a:cubicBezTo>
                  <a:pt x="0" y="209531"/>
                  <a:pt x="209531" y="0"/>
                  <a:pt x="46800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>
            <a:lvl1pPr algn="ctr">
              <a:defRPr sz="800">
                <a:noFill/>
              </a:defRPr>
            </a:lvl1pPr>
          </a:lstStyle>
          <a:p>
            <a:pPr lvl="0"/>
            <a:endParaRPr lang="nl-NL"/>
          </a:p>
        </p:txBody>
      </p:sp>
      <p:sp>
        <p:nvSpPr>
          <p:cNvPr id="31" name="circle placeholder_04">
            <a:extLst>
              <a:ext uri="{FF2B5EF4-FFF2-40B4-BE49-F238E27FC236}">
                <a16:creationId xmlns:a16="http://schemas.microsoft.com/office/drawing/2014/main" id="{B0CA314C-A73B-5846-5DC5-85C7A5B8A1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7906087" y="1317807"/>
            <a:ext cx="936000" cy="936000"/>
          </a:xfrm>
          <a:custGeom>
            <a:avLst/>
            <a:gdLst>
              <a:gd name="connsiteX0" fmla="*/ 468000 w 936000"/>
              <a:gd name="connsiteY0" fmla="*/ 0 h 936000"/>
              <a:gd name="connsiteX1" fmla="*/ 936000 w 936000"/>
              <a:gd name="connsiteY1" fmla="*/ 468000 h 936000"/>
              <a:gd name="connsiteX2" fmla="*/ 468000 w 936000"/>
              <a:gd name="connsiteY2" fmla="*/ 936000 h 936000"/>
              <a:gd name="connsiteX3" fmla="*/ 0 w 936000"/>
              <a:gd name="connsiteY3" fmla="*/ 468000 h 936000"/>
              <a:gd name="connsiteX4" fmla="*/ 468000 w 936000"/>
              <a:gd name="connsiteY4" fmla="*/ 0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000" h="936000">
                <a:moveTo>
                  <a:pt x="468000" y="0"/>
                </a:moveTo>
                <a:cubicBezTo>
                  <a:pt x="726469" y="0"/>
                  <a:pt x="936000" y="209531"/>
                  <a:pt x="936000" y="468000"/>
                </a:cubicBezTo>
                <a:cubicBezTo>
                  <a:pt x="936000" y="726469"/>
                  <a:pt x="726469" y="936000"/>
                  <a:pt x="468000" y="936000"/>
                </a:cubicBezTo>
                <a:cubicBezTo>
                  <a:pt x="209531" y="936000"/>
                  <a:pt x="0" y="726469"/>
                  <a:pt x="0" y="468000"/>
                </a:cubicBezTo>
                <a:cubicBezTo>
                  <a:pt x="0" y="209531"/>
                  <a:pt x="209531" y="0"/>
                  <a:pt x="46800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>
            <a:lvl1pPr algn="ctr">
              <a:defRPr sz="800">
                <a:noFill/>
              </a:defRPr>
            </a:lvl1pPr>
          </a:lstStyle>
          <a:p>
            <a:pPr lvl="0"/>
            <a:endParaRPr lang="nl-NL"/>
          </a:p>
        </p:txBody>
      </p:sp>
      <p:sp>
        <p:nvSpPr>
          <p:cNvPr id="29" name="circle placeholder_03">
            <a:extLst>
              <a:ext uri="{FF2B5EF4-FFF2-40B4-BE49-F238E27FC236}">
                <a16:creationId xmlns:a16="http://schemas.microsoft.com/office/drawing/2014/main" id="{41C997B8-2BBF-8FD9-CC67-A13AFC27C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5626199" y="1317807"/>
            <a:ext cx="936000" cy="936000"/>
          </a:xfrm>
          <a:custGeom>
            <a:avLst/>
            <a:gdLst>
              <a:gd name="connsiteX0" fmla="*/ 468000 w 936000"/>
              <a:gd name="connsiteY0" fmla="*/ 0 h 936000"/>
              <a:gd name="connsiteX1" fmla="*/ 936000 w 936000"/>
              <a:gd name="connsiteY1" fmla="*/ 468000 h 936000"/>
              <a:gd name="connsiteX2" fmla="*/ 468000 w 936000"/>
              <a:gd name="connsiteY2" fmla="*/ 936000 h 936000"/>
              <a:gd name="connsiteX3" fmla="*/ 0 w 936000"/>
              <a:gd name="connsiteY3" fmla="*/ 468000 h 936000"/>
              <a:gd name="connsiteX4" fmla="*/ 468000 w 936000"/>
              <a:gd name="connsiteY4" fmla="*/ 0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000" h="936000">
                <a:moveTo>
                  <a:pt x="468000" y="0"/>
                </a:moveTo>
                <a:cubicBezTo>
                  <a:pt x="726469" y="0"/>
                  <a:pt x="936000" y="209531"/>
                  <a:pt x="936000" y="468000"/>
                </a:cubicBezTo>
                <a:cubicBezTo>
                  <a:pt x="936000" y="726469"/>
                  <a:pt x="726469" y="936000"/>
                  <a:pt x="468000" y="936000"/>
                </a:cubicBezTo>
                <a:cubicBezTo>
                  <a:pt x="209531" y="936000"/>
                  <a:pt x="0" y="726469"/>
                  <a:pt x="0" y="468000"/>
                </a:cubicBezTo>
                <a:cubicBezTo>
                  <a:pt x="0" y="209531"/>
                  <a:pt x="209531" y="0"/>
                  <a:pt x="46800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>
            <a:lvl1pPr algn="ctr">
              <a:defRPr sz="800">
                <a:noFill/>
              </a:defRPr>
            </a:lvl1pPr>
          </a:lstStyle>
          <a:p>
            <a:pPr lvl="0"/>
            <a:endParaRPr lang="nl-NL"/>
          </a:p>
        </p:txBody>
      </p:sp>
      <p:sp>
        <p:nvSpPr>
          <p:cNvPr id="27" name="circle placeholder_02">
            <a:extLst>
              <a:ext uri="{FF2B5EF4-FFF2-40B4-BE49-F238E27FC236}">
                <a16:creationId xmlns:a16="http://schemas.microsoft.com/office/drawing/2014/main" id="{36D9E2C4-A499-0B16-1631-695185FB81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3346311" y="1317807"/>
            <a:ext cx="936000" cy="936000"/>
          </a:xfrm>
          <a:custGeom>
            <a:avLst/>
            <a:gdLst>
              <a:gd name="connsiteX0" fmla="*/ 468000 w 936000"/>
              <a:gd name="connsiteY0" fmla="*/ 0 h 936000"/>
              <a:gd name="connsiteX1" fmla="*/ 936000 w 936000"/>
              <a:gd name="connsiteY1" fmla="*/ 468000 h 936000"/>
              <a:gd name="connsiteX2" fmla="*/ 468000 w 936000"/>
              <a:gd name="connsiteY2" fmla="*/ 936000 h 936000"/>
              <a:gd name="connsiteX3" fmla="*/ 0 w 936000"/>
              <a:gd name="connsiteY3" fmla="*/ 468000 h 936000"/>
              <a:gd name="connsiteX4" fmla="*/ 468000 w 936000"/>
              <a:gd name="connsiteY4" fmla="*/ 0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000" h="936000">
                <a:moveTo>
                  <a:pt x="468000" y="0"/>
                </a:moveTo>
                <a:cubicBezTo>
                  <a:pt x="726469" y="0"/>
                  <a:pt x="936000" y="209531"/>
                  <a:pt x="936000" y="468000"/>
                </a:cubicBezTo>
                <a:cubicBezTo>
                  <a:pt x="936000" y="726469"/>
                  <a:pt x="726469" y="936000"/>
                  <a:pt x="468000" y="936000"/>
                </a:cubicBezTo>
                <a:cubicBezTo>
                  <a:pt x="209531" y="936000"/>
                  <a:pt x="0" y="726469"/>
                  <a:pt x="0" y="468000"/>
                </a:cubicBezTo>
                <a:cubicBezTo>
                  <a:pt x="0" y="209531"/>
                  <a:pt x="209531" y="0"/>
                  <a:pt x="46800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>
            <a:lvl1pPr algn="ctr">
              <a:defRPr sz="800">
                <a:noFill/>
              </a:defRPr>
            </a:lvl1pPr>
          </a:lstStyle>
          <a:p>
            <a:pPr lvl="0"/>
            <a:endParaRPr lang="nl-NL"/>
          </a:p>
        </p:txBody>
      </p:sp>
      <p:sp>
        <p:nvSpPr>
          <p:cNvPr id="25" name="circle placeholder_01">
            <a:extLst>
              <a:ext uri="{FF2B5EF4-FFF2-40B4-BE49-F238E27FC236}">
                <a16:creationId xmlns:a16="http://schemas.microsoft.com/office/drawing/2014/main" id="{094205F2-9EED-52D3-AE63-D445AF267D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1066423" y="1317807"/>
            <a:ext cx="936000" cy="936000"/>
          </a:xfrm>
          <a:custGeom>
            <a:avLst/>
            <a:gdLst>
              <a:gd name="connsiteX0" fmla="*/ 468000 w 936000"/>
              <a:gd name="connsiteY0" fmla="*/ 0 h 936000"/>
              <a:gd name="connsiteX1" fmla="*/ 936000 w 936000"/>
              <a:gd name="connsiteY1" fmla="*/ 468000 h 936000"/>
              <a:gd name="connsiteX2" fmla="*/ 468000 w 936000"/>
              <a:gd name="connsiteY2" fmla="*/ 936000 h 936000"/>
              <a:gd name="connsiteX3" fmla="*/ 0 w 936000"/>
              <a:gd name="connsiteY3" fmla="*/ 468000 h 936000"/>
              <a:gd name="connsiteX4" fmla="*/ 468000 w 936000"/>
              <a:gd name="connsiteY4" fmla="*/ 0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000" h="936000">
                <a:moveTo>
                  <a:pt x="468000" y="0"/>
                </a:moveTo>
                <a:cubicBezTo>
                  <a:pt x="726469" y="0"/>
                  <a:pt x="936000" y="209531"/>
                  <a:pt x="936000" y="468000"/>
                </a:cubicBezTo>
                <a:cubicBezTo>
                  <a:pt x="936000" y="726469"/>
                  <a:pt x="726469" y="936000"/>
                  <a:pt x="468000" y="936000"/>
                </a:cubicBezTo>
                <a:cubicBezTo>
                  <a:pt x="209531" y="936000"/>
                  <a:pt x="0" y="726469"/>
                  <a:pt x="0" y="468000"/>
                </a:cubicBezTo>
                <a:cubicBezTo>
                  <a:pt x="0" y="209531"/>
                  <a:pt x="209531" y="0"/>
                  <a:pt x="46800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 wrap="square">
            <a:noAutofit/>
          </a:bodyPr>
          <a:lstStyle>
            <a:lvl1pPr algn="ctr">
              <a:defRPr sz="800">
                <a:noFill/>
              </a:defRPr>
            </a:lvl1pPr>
          </a:lstStyle>
          <a:p>
            <a:pPr lvl="0"/>
            <a:endParaRPr lang="nl-NL"/>
          </a:p>
        </p:txBody>
      </p:sp>
      <p:sp>
        <p:nvSpPr>
          <p:cNvPr id="38" name="icon placeholder_05">
            <a:extLst>
              <a:ext uri="{FF2B5EF4-FFF2-40B4-BE49-F238E27FC236}">
                <a16:creationId xmlns:a16="http://schemas.microsoft.com/office/drawing/2014/main" id="{30F4753F-09D4-F425-8A1B-057AD865021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44" hasCustomPrompt="1"/>
          </p:nvPr>
        </p:nvSpPr>
        <p:spPr>
          <a:xfrm>
            <a:off x="10293976" y="1425807"/>
            <a:ext cx="720000" cy="720000"/>
          </a:xfrm>
          <a:prstGeom prst="ellipse">
            <a:avLst/>
          </a:prstGeom>
          <a:noFill/>
          <a:ln w="36000">
            <a:noFill/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ADD ICON</a:t>
            </a:r>
            <a:endParaRPr lang="en-GB"/>
          </a:p>
        </p:txBody>
      </p:sp>
      <p:sp>
        <p:nvSpPr>
          <p:cNvPr id="37" name="icon placeholder_04">
            <a:extLst>
              <a:ext uri="{FF2B5EF4-FFF2-40B4-BE49-F238E27FC236}">
                <a16:creationId xmlns:a16="http://schemas.microsoft.com/office/drawing/2014/main" id="{7F879250-EF2F-BB17-CF3A-193DCFF50F4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43" hasCustomPrompt="1"/>
          </p:nvPr>
        </p:nvSpPr>
        <p:spPr>
          <a:xfrm>
            <a:off x="8014087" y="1425807"/>
            <a:ext cx="720000" cy="720000"/>
          </a:xfrm>
          <a:prstGeom prst="ellipse">
            <a:avLst/>
          </a:prstGeom>
          <a:noFill/>
          <a:ln w="36000">
            <a:noFill/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ADD ICON</a:t>
            </a:r>
            <a:endParaRPr lang="en-GB"/>
          </a:p>
        </p:txBody>
      </p:sp>
      <p:sp>
        <p:nvSpPr>
          <p:cNvPr id="36" name="icon placeholder_03">
            <a:extLst>
              <a:ext uri="{FF2B5EF4-FFF2-40B4-BE49-F238E27FC236}">
                <a16:creationId xmlns:a16="http://schemas.microsoft.com/office/drawing/2014/main" id="{9342E07F-B1BF-1695-9215-D8A7E1E4F38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42" hasCustomPrompt="1"/>
          </p:nvPr>
        </p:nvSpPr>
        <p:spPr>
          <a:xfrm>
            <a:off x="5734199" y="1425807"/>
            <a:ext cx="720000" cy="720000"/>
          </a:xfrm>
          <a:prstGeom prst="ellipse">
            <a:avLst/>
          </a:prstGeom>
          <a:noFill/>
          <a:ln w="36000">
            <a:noFill/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ADD ICON</a:t>
            </a:r>
            <a:endParaRPr lang="en-GB"/>
          </a:p>
        </p:txBody>
      </p:sp>
      <p:sp>
        <p:nvSpPr>
          <p:cNvPr id="35" name="icon placeholder_02">
            <a:extLst>
              <a:ext uri="{FF2B5EF4-FFF2-40B4-BE49-F238E27FC236}">
                <a16:creationId xmlns:a16="http://schemas.microsoft.com/office/drawing/2014/main" id="{CC66F456-8751-8410-682D-8D11A819D16B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41" hasCustomPrompt="1"/>
          </p:nvPr>
        </p:nvSpPr>
        <p:spPr>
          <a:xfrm>
            <a:off x="3454311" y="1425807"/>
            <a:ext cx="720000" cy="720000"/>
          </a:xfrm>
          <a:prstGeom prst="ellipse">
            <a:avLst/>
          </a:prstGeom>
          <a:noFill/>
          <a:ln w="36000">
            <a:noFill/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ADD ICON</a:t>
            </a:r>
            <a:endParaRPr lang="en-GB"/>
          </a:p>
        </p:txBody>
      </p:sp>
      <p:sp>
        <p:nvSpPr>
          <p:cNvPr id="34" name="icon placeholder_01">
            <a:extLst>
              <a:ext uri="{FF2B5EF4-FFF2-40B4-BE49-F238E27FC236}">
                <a16:creationId xmlns:a16="http://schemas.microsoft.com/office/drawing/2014/main" id="{4F99B3FA-D26A-1EC6-A846-96E925EF7E8B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40" hasCustomPrompt="1"/>
          </p:nvPr>
        </p:nvSpPr>
        <p:spPr>
          <a:xfrm>
            <a:off x="1174423" y="1425807"/>
            <a:ext cx="720000" cy="720000"/>
          </a:xfrm>
          <a:prstGeom prst="ellipse">
            <a:avLst/>
          </a:prstGeom>
          <a:noFill/>
          <a:ln w="36000">
            <a:noFill/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ADD ICON</a:t>
            </a:r>
            <a:endParaRPr lang="en-GB"/>
          </a:p>
        </p:txBody>
      </p:sp>
      <p:sp>
        <p:nvSpPr>
          <p:cNvPr id="19" name="text placeholder_05">
            <a:extLst>
              <a:ext uri="{FF2B5EF4-FFF2-40B4-BE49-F238E27FC236}">
                <a16:creationId xmlns:a16="http://schemas.microsoft.com/office/drawing/2014/main" id="{85EDD07E-40EE-202F-EBE6-7F5A02E6A38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604576" y="2622177"/>
            <a:ext cx="2098800" cy="3507161"/>
          </a:xfrm>
          <a:prstGeom prst="rect">
            <a:avLst/>
          </a:prstGeom>
        </p:spPr>
        <p:txBody>
          <a:bodyPr lIns="180000" tIns="180000" rIns="180000" bIns="180000"/>
          <a:lstStyle>
            <a:lvl1pPr algn="ctr">
              <a:defRPr/>
            </a:lvl1pPr>
            <a:lvl2pPr marL="0" indent="0" algn="ctr">
              <a:buNone/>
              <a:defRPr b="1">
                <a:solidFill>
                  <a:schemeClr val="accent1"/>
                </a:solidFill>
              </a:defRPr>
            </a:lvl2pPr>
            <a:lvl3pPr marL="0" indent="0" algn="ctr">
              <a:buNone/>
              <a:defRPr b="0">
                <a:solidFill>
                  <a:schemeClr val="accent1"/>
                </a:solidFill>
              </a:defRPr>
            </a:lvl3pPr>
            <a:lvl4pPr marL="0" indent="0" algn="ctr">
              <a:buNone/>
              <a:defRPr b="1">
                <a:solidFill>
                  <a:schemeClr val="tx2"/>
                </a:solidFill>
              </a:defRPr>
            </a:lvl4pPr>
            <a:lvl5pPr algn="ctr">
              <a:defRPr lang="en-US" sz="1600" b="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algn="ctr">
              <a:defRPr b="0">
                <a:solidFill>
                  <a:schemeClr val="tx2"/>
                </a:solidFill>
              </a:defRPr>
            </a:lvl6pPr>
            <a:lvl7pPr algn="ctr">
              <a:defRPr b="0">
                <a:solidFill>
                  <a:schemeClr val="tx2"/>
                </a:solidFill>
              </a:defRPr>
            </a:lvl7pPr>
            <a:lvl8pPr marL="0" indent="0" algn="ctr">
              <a:buNone/>
              <a:defRPr b="0">
                <a:solidFill>
                  <a:schemeClr val="tx2"/>
                </a:solidFill>
              </a:defRPr>
            </a:lvl8pPr>
            <a:lvl9pPr marL="0" indent="0" algn="ctr">
              <a:buNone/>
              <a:defRPr b="0">
                <a:solidFill>
                  <a:schemeClr val="tx2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4" name="text placeholder_04">
            <a:extLst>
              <a:ext uri="{FF2B5EF4-FFF2-40B4-BE49-F238E27FC236}">
                <a16:creationId xmlns:a16="http://schemas.microsoft.com/office/drawing/2014/main" id="{C9ECAB2B-B22E-F112-34B3-6CDE9A208E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24490" y="2619352"/>
            <a:ext cx="2098800" cy="3507161"/>
          </a:xfrm>
          <a:prstGeom prst="rect">
            <a:avLst/>
          </a:prstGeom>
        </p:spPr>
        <p:txBody>
          <a:bodyPr lIns="180000" tIns="180000" rIns="180000" bIns="180000"/>
          <a:lstStyle>
            <a:lvl1pPr algn="ctr">
              <a:defRPr/>
            </a:lvl1pPr>
            <a:lvl2pPr marL="0" indent="0" algn="ctr">
              <a:buNone/>
              <a:defRPr b="1">
                <a:solidFill>
                  <a:schemeClr val="accent1"/>
                </a:solidFill>
              </a:defRPr>
            </a:lvl2pPr>
            <a:lvl3pPr marL="0" indent="0" algn="ctr">
              <a:buNone/>
              <a:defRPr b="0">
                <a:solidFill>
                  <a:schemeClr val="accent1"/>
                </a:solidFill>
              </a:defRPr>
            </a:lvl3pPr>
            <a:lvl4pPr marL="0" indent="0" algn="ctr">
              <a:buNone/>
              <a:defRPr b="1">
                <a:solidFill>
                  <a:schemeClr val="tx2"/>
                </a:solidFill>
              </a:defRPr>
            </a:lvl4pPr>
            <a:lvl5pPr algn="ctr">
              <a:defRPr lang="en-US" sz="1600" b="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algn="ctr">
              <a:defRPr b="0">
                <a:solidFill>
                  <a:schemeClr val="tx2"/>
                </a:solidFill>
              </a:defRPr>
            </a:lvl6pPr>
            <a:lvl7pPr algn="ctr">
              <a:defRPr b="0">
                <a:solidFill>
                  <a:schemeClr val="tx2"/>
                </a:solidFill>
              </a:defRPr>
            </a:lvl7pPr>
            <a:lvl8pPr marL="0" indent="0" algn="ctr">
              <a:buNone/>
              <a:defRPr b="0">
                <a:solidFill>
                  <a:schemeClr val="tx2"/>
                </a:solidFill>
              </a:defRPr>
            </a:lvl8pPr>
            <a:lvl9pPr marL="0" indent="0" algn="ctr">
              <a:buNone/>
              <a:defRPr b="0">
                <a:solidFill>
                  <a:schemeClr val="tx2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3" name="text placeholder_03">
            <a:extLst>
              <a:ext uri="{FF2B5EF4-FFF2-40B4-BE49-F238E27FC236}">
                <a16:creationId xmlns:a16="http://schemas.microsoft.com/office/drawing/2014/main" id="{793FE13B-5F88-4021-2318-F2E4CCC3AF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4403" y="2619352"/>
            <a:ext cx="2098800" cy="3507161"/>
          </a:xfrm>
          <a:prstGeom prst="rect">
            <a:avLst/>
          </a:prstGeom>
        </p:spPr>
        <p:txBody>
          <a:bodyPr lIns="180000" tIns="180000" rIns="180000" bIns="180000"/>
          <a:lstStyle>
            <a:lvl1pPr algn="ctr">
              <a:defRPr/>
            </a:lvl1pPr>
            <a:lvl2pPr marL="0" indent="0" algn="ctr">
              <a:buNone/>
              <a:defRPr b="1">
                <a:solidFill>
                  <a:schemeClr val="accent1"/>
                </a:solidFill>
              </a:defRPr>
            </a:lvl2pPr>
            <a:lvl3pPr marL="0" indent="0" algn="ctr">
              <a:buNone/>
              <a:defRPr b="0">
                <a:solidFill>
                  <a:schemeClr val="accent1"/>
                </a:solidFill>
              </a:defRPr>
            </a:lvl3pPr>
            <a:lvl4pPr marL="0" indent="0" algn="ctr">
              <a:buNone/>
              <a:defRPr b="1">
                <a:solidFill>
                  <a:schemeClr val="tx2"/>
                </a:solidFill>
              </a:defRPr>
            </a:lvl4pPr>
            <a:lvl5pPr algn="ctr">
              <a:defRPr lang="en-US" sz="1600" b="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algn="ctr">
              <a:defRPr b="0">
                <a:solidFill>
                  <a:schemeClr val="tx2"/>
                </a:solidFill>
              </a:defRPr>
            </a:lvl6pPr>
            <a:lvl7pPr algn="ctr">
              <a:defRPr b="0">
                <a:solidFill>
                  <a:schemeClr val="tx2"/>
                </a:solidFill>
              </a:defRPr>
            </a:lvl7pPr>
            <a:lvl8pPr marL="0" indent="0" algn="ctr">
              <a:buNone/>
              <a:defRPr b="0">
                <a:solidFill>
                  <a:schemeClr val="tx2"/>
                </a:solidFill>
              </a:defRPr>
            </a:lvl8pPr>
            <a:lvl9pPr marL="0" indent="0" algn="ctr">
              <a:buNone/>
              <a:defRPr b="0">
                <a:solidFill>
                  <a:schemeClr val="tx2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2" name="text placeholder_02">
            <a:extLst>
              <a:ext uri="{FF2B5EF4-FFF2-40B4-BE49-F238E27FC236}">
                <a16:creationId xmlns:a16="http://schemas.microsoft.com/office/drawing/2014/main" id="{4200B6F5-843E-5126-29C1-69BA8F0480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4316" y="2619352"/>
            <a:ext cx="2098800" cy="3507161"/>
          </a:xfrm>
          <a:prstGeom prst="rect">
            <a:avLst/>
          </a:prstGeom>
        </p:spPr>
        <p:txBody>
          <a:bodyPr lIns="180000" tIns="180000" rIns="180000" bIns="180000"/>
          <a:lstStyle>
            <a:lvl1pPr algn="ctr">
              <a:defRPr/>
            </a:lvl1pPr>
            <a:lvl2pPr marL="0" indent="0" algn="ctr">
              <a:buNone/>
              <a:defRPr b="1">
                <a:solidFill>
                  <a:schemeClr val="accent1"/>
                </a:solidFill>
              </a:defRPr>
            </a:lvl2pPr>
            <a:lvl3pPr marL="0" indent="0" algn="ctr">
              <a:buNone/>
              <a:defRPr b="0">
                <a:solidFill>
                  <a:schemeClr val="accent1"/>
                </a:solidFill>
              </a:defRPr>
            </a:lvl3pPr>
            <a:lvl4pPr marL="0" indent="0" algn="ctr">
              <a:buNone/>
              <a:defRPr b="1">
                <a:solidFill>
                  <a:schemeClr val="tx2"/>
                </a:solidFill>
              </a:defRPr>
            </a:lvl4pPr>
            <a:lvl5pPr algn="ctr">
              <a:defRPr lang="en-US" sz="1600" b="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algn="ctr">
              <a:defRPr b="0">
                <a:solidFill>
                  <a:schemeClr val="tx2"/>
                </a:solidFill>
              </a:defRPr>
            </a:lvl6pPr>
            <a:lvl7pPr algn="ctr">
              <a:defRPr b="0">
                <a:solidFill>
                  <a:schemeClr val="tx2"/>
                </a:solidFill>
              </a:defRPr>
            </a:lvl7pPr>
            <a:lvl8pPr marL="0" indent="0" algn="ctr">
              <a:buNone/>
              <a:defRPr b="0">
                <a:solidFill>
                  <a:schemeClr val="tx2"/>
                </a:solidFill>
              </a:defRPr>
            </a:lvl8pPr>
            <a:lvl9pPr marL="0" indent="0" algn="ctr">
              <a:buNone/>
              <a:defRPr b="0">
                <a:solidFill>
                  <a:schemeClr val="tx2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1" name="text placeholder_01">
            <a:extLst>
              <a:ext uri="{FF2B5EF4-FFF2-40B4-BE49-F238E27FC236}">
                <a16:creationId xmlns:a16="http://schemas.microsoft.com/office/drawing/2014/main" id="{2B31C2BD-86A9-3FE1-1795-0086C69EA6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229" y="2619353"/>
            <a:ext cx="2098800" cy="3507158"/>
          </a:xfrm>
          <a:prstGeom prst="rect">
            <a:avLst/>
          </a:prstGeom>
        </p:spPr>
        <p:txBody>
          <a:bodyPr lIns="180000" tIns="180000" rIns="180000" bIns="180000"/>
          <a:lstStyle>
            <a:lvl1pPr algn="ctr">
              <a:defRPr/>
            </a:lvl1pPr>
            <a:lvl2pPr marL="0" indent="0" algn="ctr">
              <a:buNone/>
              <a:defRPr b="1">
                <a:solidFill>
                  <a:schemeClr val="accent1"/>
                </a:solidFill>
              </a:defRPr>
            </a:lvl2pPr>
            <a:lvl3pPr marL="0" indent="0" algn="ctr">
              <a:buNone/>
              <a:defRPr b="0">
                <a:solidFill>
                  <a:schemeClr val="accent1"/>
                </a:solidFill>
              </a:defRPr>
            </a:lvl3pPr>
            <a:lvl4pPr marL="0" indent="0" algn="ctr">
              <a:buNone/>
              <a:defRPr b="1">
                <a:solidFill>
                  <a:schemeClr val="tx2"/>
                </a:solidFill>
              </a:defRPr>
            </a:lvl4pPr>
            <a:lvl5pPr marL="0" indent="0" algn="ctr">
              <a:buNone/>
              <a:defRPr b="0">
                <a:solidFill>
                  <a:schemeClr val="tx2"/>
                </a:solidFill>
              </a:defRPr>
            </a:lvl5pPr>
            <a:lvl6pPr algn="ctr">
              <a:defRPr b="0">
                <a:solidFill>
                  <a:schemeClr val="tx2"/>
                </a:solidFill>
              </a:defRPr>
            </a:lvl6pPr>
            <a:lvl7pPr algn="ctr">
              <a:defRPr b="0">
                <a:solidFill>
                  <a:schemeClr val="tx2"/>
                </a:solidFill>
              </a:defRPr>
            </a:lvl7pPr>
            <a:lvl8pPr marL="0" indent="0" algn="ctr">
              <a:buNone/>
              <a:defRPr b="0">
                <a:solidFill>
                  <a:schemeClr val="tx2"/>
                </a:solidFill>
              </a:defRPr>
            </a:lvl8pPr>
            <a:lvl9pPr marL="0" indent="0" algn="ctr">
              <a:buNone/>
              <a:defRPr b="0">
                <a:solidFill>
                  <a:schemeClr val="tx2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D515112-BB9A-D554-99F0-C8142ACFBB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633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 4 items (separate pictur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ge # placeholder">
            <a:extLst>
              <a:ext uri="{FF2B5EF4-FFF2-40B4-BE49-F238E27FC236}">
                <a16:creationId xmlns:a16="http://schemas.microsoft.com/office/drawing/2014/main" id="{12DC9D3E-9754-DBC2-AE65-DD1C7CB4D3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5DAC4B4-7B0A-D930-90E0-5E3997AA0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FBEB2E8B-6441-2400-EBCC-6D3F59BDF9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32177" y="4124249"/>
            <a:ext cx="26712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04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03">
            <a:extLst>
              <a:ext uri="{FF2B5EF4-FFF2-40B4-BE49-F238E27FC236}">
                <a16:creationId xmlns:a16="http://schemas.microsoft.com/office/drawing/2014/main" id="{D4A161B4-E01C-3ACE-11A1-1F335BFA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83126" y="4124249"/>
            <a:ext cx="26712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03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EADCE566-40CB-5806-52F1-58918474FF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4074" y="4124249"/>
            <a:ext cx="26712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02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8" name="01">
            <a:extLst>
              <a:ext uri="{FF2B5EF4-FFF2-40B4-BE49-F238E27FC236}">
                <a16:creationId xmlns:a16="http://schemas.microsoft.com/office/drawing/2014/main" id="{60B2BE48-485F-85A5-7B17-AD312E8596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5022" y="4124249"/>
            <a:ext cx="26712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01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23" name="picture placeholder_04">
            <a:extLst>
              <a:ext uri="{FF2B5EF4-FFF2-40B4-BE49-F238E27FC236}">
                <a16:creationId xmlns:a16="http://schemas.microsoft.com/office/drawing/2014/main" id="{541454F0-CED8-51F8-69E1-9A585DA95D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9032176" y="0"/>
            <a:ext cx="2671200" cy="4124247"/>
          </a:xfrm>
          <a:prstGeom prst="rect">
            <a:avLst/>
          </a:prstGeom>
          <a:solidFill>
            <a:srgbClr val="F2F2F2"/>
          </a:solidFill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_03">
            <a:extLst>
              <a:ext uri="{FF2B5EF4-FFF2-40B4-BE49-F238E27FC236}">
                <a16:creationId xmlns:a16="http://schemas.microsoft.com/office/drawing/2014/main" id="{24F9EA5A-7C86-E45C-3517-16C226E039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6183124" y="0"/>
            <a:ext cx="2671200" cy="4124247"/>
          </a:xfrm>
          <a:prstGeom prst="rect">
            <a:avLst/>
          </a:prstGeom>
          <a:solidFill>
            <a:srgbClr val="F2F2F2"/>
          </a:solidFill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_02">
            <a:extLst>
              <a:ext uri="{FF2B5EF4-FFF2-40B4-BE49-F238E27FC236}">
                <a16:creationId xmlns:a16="http://schemas.microsoft.com/office/drawing/2014/main" id="{C6C06A27-5FEA-D050-915C-C8C1FEABCE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3334073" y="0"/>
            <a:ext cx="2671200" cy="4124247"/>
          </a:xfrm>
          <a:prstGeom prst="rect">
            <a:avLst/>
          </a:prstGeom>
          <a:solidFill>
            <a:srgbClr val="F2F2F2"/>
          </a:solidFill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_01">
            <a:extLst>
              <a:ext uri="{FF2B5EF4-FFF2-40B4-BE49-F238E27FC236}">
                <a16:creationId xmlns:a16="http://schemas.microsoft.com/office/drawing/2014/main" id="{CFCCF731-F925-C24A-E90C-CD02DF8CBF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485022" y="0"/>
            <a:ext cx="2671200" cy="4124247"/>
          </a:xfrm>
          <a:prstGeom prst="rect">
            <a:avLst/>
          </a:prstGeom>
          <a:solidFill>
            <a:srgbClr val="F2F2F2"/>
          </a:solidFill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_04">
            <a:extLst>
              <a:ext uri="{FF2B5EF4-FFF2-40B4-BE49-F238E27FC236}">
                <a16:creationId xmlns:a16="http://schemas.microsoft.com/office/drawing/2014/main" id="{60B12DA6-AD59-720F-7D85-596B2C0B8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9034514" y="5229338"/>
            <a:ext cx="26712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6" name="text placeholder_03">
            <a:extLst>
              <a:ext uri="{FF2B5EF4-FFF2-40B4-BE49-F238E27FC236}">
                <a16:creationId xmlns:a16="http://schemas.microsoft.com/office/drawing/2014/main" id="{CA5BEDBB-DA63-72EB-6D99-DDE2A44392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6184935" y="5229338"/>
            <a:ext cx="26712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_02">
            <a:extLst>
              <a:ext uri="{FF2B5EF4-FFF2-40B4-BE49-F238E27FC236}">
                <a16:creationId xmlns:a16="http://schemas.microsoft.com/office/drawing/2014/main" id="{56C39C35-E7C5-C69C-307C-BD30E80EF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3335355" y="5229338"/>
            <a:ext cx="26712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_01">
            <a:extLst>
              <a:ext uri="{FF2B5EF4-FFF2-40B4-BE49-F238E27FC236}">
                <a16:creationId xmlns:a16="http://schemas.microsoft.com/office/drawing/2014/main" id="{B92BE7B0-1E71-18DA-C572-909A863621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85775" y="5229338"/>
            <a:ext cx="26712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4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 5 items (seperate pictur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A18DCECA-BAD1-1846-6C4B-6561FC3AA9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5DAC4B4-7B0A-D930-90E0-5E3997AA0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26242D1B-C2FB-1516-4439-2A5B36335D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03500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05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04">
            <a:extLst>
              <a:ext uri="{FF2B5EF4-FFF2-40B4-BE49-F238E27FC236}">
                <a16:creationId xmlns:a16="http://schemas.microsoft.com/office/drawing/2014/main" id="{3FA3A645-36E6-5669-7490-191F0172977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23879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04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0C6B2350-8BBA-1B53-1CA6-4D6F39C0DC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44260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03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02">
            <a:extLst>
              <a:ext uri="{FF2B5EF4-FFF2-40B4-BE49-F238E27FC236}">
                <a16:creationId xmlns:a16="http://schemas.microsoft.com/office/drawing/2014/main" id="{8F0A0288-46DD-AF21-D21F-57FD338395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64641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02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01">
            <a:extLst>
              <a:ext uri="{FF2B5EF4-FFF2-40B4-BE49-F238E27FC236}">
                <a16:creationId xmlns:a16="http://schemas.microsoft.com/office/drawing/2014/main" id="{F4A48C1D-966C-C46B-4163-82878258D6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5022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01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picture placeholder_05">
            <a:extLst>
              <a:ext uri="{FF2B5EF4-FFF2-40B4-BE49-F238E27FC236}">
                <a16:creationId xmlns:a16="http://schemas.microsoft.com/office/drawing/2014/main" id="{B33E883D-D518-A20E-630D-EB0437899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 hasCustomPrompt="1"/>
          </p:nvPr>
        </p:nvSpPr>
        <p:spPr>
          <a:xfrm>
            <a:off x="9603500" y="0"/>
            <a:ext cx="2098800" cy="4124247"/>
          </a:xfrm>
          <a:prstGeom prst="rect">
            <a:avLst/>
          </a:prstGeom>
          <a:solidFill>
            <a:srgbClr val="F2F2F2"/>
          </a:solidFill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_04">
            <a:extLst>
              <a:ext uri="{FF2B5EF4-FFF2-40B4-BE49-F238E27FC236}">
                <a16:creationId xmlns:a16="http://schemas.microsoft.com/office/drawing/2014/main" id="{541454F0-CED8-51F8-69E1-9A585DA95D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7323879" y="0"/>
            <a:ext cx="2098800" cy="4124247"/>
          </a:xfrm>
          <a:prstGeom prst="rect">
            <a:avLst/>
          </a:prstGeom>
          <a:solidFill>
            <a:srgbClr val="F2F2F2"/>
          </a:solidFill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_03">
            <a:extLst>
              <a:ext uri="{FF2B5EF4-FFF2-40B4-BE49-F238E27FC236}">
                <a16:creationId xmlns:a16="http://schemas.microsoft.com/office/drawing/2014/main" id="{24F9EA5A-7C86-E45C-3517-16C226E039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5044260" y="0"/>
            <a:ext cx="2098800" cy="4124247"/>
          </a:xfrm>
          <a:prstGeom prst="rect">
            <a:avLst/>
          </a:prstGeom>
          <a:solidFill>
            <a:srgbClr val="F2F2F2"/>
          </a:solidFill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_02">
            <a:extLst>
              <a:ext uri="{FF2B5EF4-FFF2-40B4-BE49-F238E27FC236}">
                <a16:creationId xmlns:a16="http://schemas.microsoft.com/office/drawing/2014/main" id="{C6C06A27-5FEA-D050-915C-C8C1FEABCE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2764641" y="0"/>
            <a:ext cx="2098800" cy="4124247"/>
          </a:xfrm>
          <a:prstGeom prst="rect">
            <a:avLst/>
          </a:prstGeom>
          <a:solidFill>
            <a:srgbClr val="F2F2F2"/>
          </a:solidFill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_01">
            <a:extLst>
              <a:ext uri="{FF2B5EF4-FFF2-40B4-BE49-F238E27FC236}">
                <a16:creationId xmlns:a16="http://schemas.microsoft.com/office/drawing/2014/main" id="{CFCCF731-F925-C24A-E90C-CD02DF8CBF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485022" y="0"/>
            <a:ext cx="2098800" cy="4124247"/>
          </a:xfrm>
          <a:prstGeom prst="rect">
            <a:avLst/>
          </a:prstGeom>
          <a:solidFill>
            <a:srgbClr val="F2F2F2"/>
          </a:solidFill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_05">
            <a:extLst>
              <a:ext uri="{FF2B5EF4-FFF2-40B4-BE49-F238E27FC236}">
                <a16:creationId xmlns:a16="http://schemas.microsoft.com/office/drawing/2014/main" id="{F90B1F08-F66B-15E5-F142-529BA230D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9605838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7" name="text placeholder_04">
            <a:extLst>
              <a:ext uri="{FF2B5EF4-FFF2-40B4-BE49-F238E27FC236}">
                <a16:creationId xmlns:a16="http://schemas.microsoft.com/office/drawing/2014/main" id="{60B12DA6-AD59-720F-7D85-596B2C0B8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7325823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6" name="text placeholder_03">
            <a:extLst>
              <a:ext uri="{FF2B5EF4-FFF2-40B4-BE49-F238E27FC236}">
                <a16:creationId xmlns:a16="http://schemas.microsoft.com/office/drawing/2014/main" id="{CA5BEDBB-DA63-72EB-6D99-DDE2A44392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045807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_02">
            <a:extLst>
              <a:ext uri="{FF2B5EF4-FFF2-40B4-BE49-F238E27FC236}">
                <a16:creationId xmlns:a16="http://schemas.microsoft.com/office/drawing/2014/main" id="{56C39C35-E7C5-C69C-307C-BD30E80EF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2765791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_01">
            <a:extLst>
              <a:ext uri="{FF2B5EF4-FFF2-40B4-BE49-F238E27FC236}">
                <a16:creationId xmlns:a16="http://schemas.microsoft.com/office/drawing/2014/main" id="{B92BE7B0-1E71-18DA-C572-909A863621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85775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89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 4 items (joint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 # placeholder">
            <a:extLst>
              <a:ext uri="{FF2B5EF4-FFF2-40B4-BE49-F238E27FC236}">
                <a16:creationId xmlns:a16="http://schemas.microsoft.com/office/drawing/2014/main" id="{35056D07-EFBB-F195-CC7A-DAEA381AFD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5DAC4B4-7B0A-D930-90E0-5E3997AA0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8C695E26-EC89-608D-A6FC-4C486100DA9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32177" y="4124249"/>
            <a:ext cx="26712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04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8F8E6149-5784-D5A2-63BC-A9583F3D1C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83126" y="4124249"/>
            <a:ext cx="26712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03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F3A468C2-13A4-2359-6107-E8213D96E2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4074" y="4124249"/>
            <a:ext cx="26712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02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4BC32AB5-5651-8D92-A161-6496D4831C0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5022" y="4124249"/>
            <a:ext cx="26712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01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text placeholder_04">
            <a:extLst>
              <a:ext uri="{FF2B5EF4-FFF2-40B4-BE49-F238E27FC236}">
                <a16:creationId xmlns:a16="http://schemas.microsoft.com/office/drawing/2014/main" id="{60B12DA6-AD59-720F-7D85-596B2C0B8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9034514" y="5229338"/>
            <a:ext cx="26712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6" name="text placeholder_03">
            <a:extLst>
              <a:ext uri="{FF2B5EF4-FFF2-40B4-BE49-F238E27FC236}">
                <a16:creationId xmlns:a16="http://schemas.microsoft.com/office/drawing/2014/main" id="{CA5BEDBB-DA63-72EB-6D99-DDE2A44392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6184935" y="5229338"/>
            <a:ext cx="26712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_02">
            <a:extLst>
              <a:ext uri="{FF2B5EF4-FFF2-40B4-BE49-F238E27FC236}">
                <a16:creationId xmlns:a16="http://schemas.microsoft.com/office/drawing/2014/main" id="{56C39C35-E7C5-C69C-307C-BD30E80EF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3335355" y="5229338"/>
            <a:ext cx="26712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_01">
            <a:extLst>
              <a:ext uri="{FF2B5EF4-FFF2-40B4-BE49-F238E27FC236}">
                <a16:creationId xmlns:a16="http://schemas.microsoft.com/office/drawing/2014/main" id="{B92BE7B0-1E71-18DA-C572-909A863621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85775" y="5229338"/>
            <a:ext cx="26712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B9E282B2-7F05-6FE6-4176-665EA74AB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485024" y="0"/>
            <a:ext cx="11218353" cy="4124247"/>
          </a:xfrm>
          <a:custGeom>
            <a:avLst/>
            <a:gdLst>
              <a:gd name="connsiteX0" fmla="*/ 8550302 w 11218353"/>
              <a:gd name="connsiteY0" fmla="*/ 0 h 4124247"/>
              <a:gd name="connsiteX1" fmla="*/ 11218353 w 11218353"/>
              <a:gd name="connsiteY1" fmla="*/ 0 h 4124247"/>
              <a:gd name="connsiteX2" fmla="*/ 11218353 w 11218353"/>
              <a:gd name="connsiteY2" fmla="*/ 4124247 h 4124247"/>
              <a:gd name="connsiteX3" fmla="*/ 8550302 w 11218353"/>
              <a:gd name="connsiteY3" fmla="*/ 4124247 h 4124247"/>
              <a:gd name="connsiteX4" fmla="*/ 5699176 w 11218353"/>
              <a:gd name="connsiteY4" fmla="*/ 0 h 4124247"/>
              <a:gd name="connsiteX5" fmla="*/ 8370302 w 11218353"/>
              <a:gd name="connsiteY5" fmla="*/ 0 h 4124247"/>
              <a:gd name="connsiteX6" fmla="*/ 8370302 w 11218353"/>
              <a:gd name="connsiteY6" fmla="*/ 4124247 h 4124247"/>
              <a:gd name="connsiteX7" fmla="*/ 5699176 w 11218353"/>
              <a:gd name="connsiteY7" fmla="*/ 4124247 h 4124247"/>
              <a:gd name="connsiteX8" fmla="*/ 2851143 w 11218353"/>
              <a:gd name="connsiteY8" fmla="*/ 0 h 4124247"/>
              <a:gd name="connsiteX9" fmla="*/ 5519176 w 11218353"/>
              <a:gd name="connsiteY9" fmla="*/ 0 h 4124247"/>
              <a:gd name="connsiteX10" fmla="*/ 5519176 w 11218353"/>
              <a:gd name="connsiteY10" fmla="*/ 4124247 h 4124247"/>
              <a:gd name="connsiteX11" fmla="*/ 2851143 w 11218353"/>
              <a:gd name="connsiteY11" fmla="*/ 4124247 h 4124247"/>
              <a:gd name="connsiteX12" fmla="*/ 0 w 11218353"/>
              <a:gd name="connsiteY12" fmla="*/ 0 h 4124247"/>
              <a:gd name="connsiteX13" fmla="*/ 2671143 w 11218353"/>
              <a:gd name="connsiteY13" fmla="*/ 0 h 4124247"/>
              <a:gd name="connsiteX14" fmla="*/ 2671143 w 11218353"/>
              <a:gd name="connsiteY14" fmla="*/ 4124247 h 4124247"/>
              <a:gd name="connsiteX15" fmla="*/ 0 w 11218353"/>
              <a:gd name="connsiteY15" fmla="*/ 4124247 h 412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18353" h="4124247">
                <a:moveTo>
                  <a:pt x="8550302" y="0"/>
                </a:moveTo>
                <a:lnTo>
                  <a:pt x="11218353" y="0"/>
                </a:lnTo>
                <a:lnTo>
                  <a:pt x="11218353" y="4124247"/>
                </a:lnTo>
                <a:lnTo>
                  <a:pt x="8550302" y="4124247"/>
                </a:lnTo>
                <a:close/>
                <a:moveTo>
                  <a:pt x="5699176" y="0"/>
                </a:moveTo>
                <a:lnTo>
                  <a:pt x="8370302" y="0"/>
                </a:lnTo>
                <a:lnTo>
                  <a:pt x="8370302" y="4124247"/>
                </a:lnTo>
                <a:lnTo>
                  <a:pt x="5699176" y="4124247"/>
                </a:lnTo>
                <a:close/>
                <a:moveTo>
                  <a:pt x="2851143" y="0"/>
                </a:moveTo>
                <a:lnTo>
                  <a:pt x="5519176" y="0"/>
                </a:lnTo>
                <a:lnTo>
                  <a:pt x="5519176" y="4124247"/>
                </a:lnTo>
                <a:lnTo>
                  <a:pt x="2851143" y="4124247"/>
                </a:lnTo>
                <a:close/>
                <a:moveTo>
                  <a:pt x="0" y="0"/>
                </a:moveTo>
                <a:lnTo>
                  <a:pt x="2671143" y="0"/>
                </a:lnTo>
                <a:lnTo>
                  <a:pt x="2671143" y="4124247"/>
                </a:lnTo>
                <a:lnTo>
                  <a:pt x="0" y="4124247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>
            <a:noAutofit/>
          </a:bodyPr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89047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 5 items (joint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 # placeholder">
            <a:extLst>
              <a:ext uri="{FF2B5EF4-FFF2-40B4-BE49-F238E27FC236}">
                <a16:creationId xmlns:a16="http://schemas.microsoft.com/office/drawing/2014/main" id="{B733DD77-4D68-68D0-6D45-865479B1D0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5DAC4B4-7B0A-D930-90E0-5E3997AA0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AD6A2884-8919-F64D-FC17-36E2C144771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03500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05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04">
            <a:extLst>
              <a:ext uri="{FF2B5EF4-FFF2-40B4-BE49-F238E27FC236}">
                <a16:creationId xmlns:a16="http://schemas.microsoft.com/office/drawing/2014/main" id="{B5307645-3F29-15E5-9D13-618638049A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23879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04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38EF50B6-134B-B48F-294B-B8979802E0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44260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03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02">
            <a:extLst>
              <a:ext uri="{FF2B5EF4-FFF2-40B4-BE49-F238E27FC236}">
                <a16:creationId xmlns:a16="http://schemas.microsoft.com/office/drawing/2014/main" id="{234D7BBB-AC0E-10CA-8CD6-BA58718143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64641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02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D4780C65-59E3-F680-F8D0-DED4CB25F6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5022" y="4124249"/>
            <a:ext cx="2098800" cy="1105088"/>
          </a:xfrm>
          <a:prstGeom prst="rect">
            <a:avLst/>
          </a:prstGeom>
          <a:noFill/>
        </p:spPr>
        <p:txBody>
          <a:bodyPr wrap="square" lIns="0" tIns="90000" rIns="0" bIns="90000" rtlCol="0" anchor="t" anchorCtr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6000" b="1">
                <a:solidFill>
                  <a:schemeClr val="accent1"/>
                </a:solidFill>
                <a:latin typeface="Trebuchet MS" panose="020B0603020202020204" pitchFamily="34" charset="0"/>
              </a:rPr>
              <a:t>01</a:t>
            </a:r>
            <a:endParaRPr lang="en-GB" sz="6000" b="1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 placeholder_05">
            <a:extLst>
              <a:ext uri="{FF2B5EF4-FFF2-40B4-BE49-F238E27FC236}">
                <a16:creationId xmlns:a16="http://schemas.microsoft.com/office/drawing/2014/main" id="{F90B1F08-F66B-15E5-F142-529BA230D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9605838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7" name="text placeholder_04">
            <a:extLst>
              <a:ext uri="{FF2B5EF4-FFF2-40B4-BE49-F238E27FC236}">
                <a16:creationId xmlns:a16="http://schemas.microsoft.com/office/drawing/2014/main" id="{60B12DA6-AD59-720F-7D85-596B2C0B8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7325823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6" name="text placeholder_03">
            <a:extLst>
              <a:ext uri="{FF2B5EF4-FFF2-40B4-BE49-F238E27FC236}">
                <a16:creationId xmlns:a16="http://schemas.microsoft.com/office/drawing/2014/main" id="{CA5BEDBB-DA63-72EB-6D99-DDE2A44392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045807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_02">
            <a:extLst>
              <a:ext uri="{FF2B5EF4-FFF2-40B4-BE49-F238E27FC236}">
                <a16:creationId xmlns:a16="http://schemas.microsoft.com/office/drawing/2014/main" id="{56C39C35-E7C5-C69C-307C-BD30E80EF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2765791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_01">
            <a:extLst>
              <a:ext uri="{FF2B5EF4-FFF2-40B4-BE49-F238E27FC236}">
                <a16:creationId xmlns:a16="http://schemas.microsoft.com/office/drawing/2014/main" id="{B92BE7B0-1E71-18DA-C572-909A863621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85775" y="5229338"/>
            <a:ext cx="2098800" cy="90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318529E-0054-DDAC-168B-93552E2795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485024" y="0"/>
            <a:ext cx="11217599" cy="4124247"/>
          </a:xfrm>
          <a:custGeom>
            <a:avLst/>
            <a:gdLst>
              <a:gd name="connsiteX0" fmla="*/ 9120395 w 11217599"/>
              <a:gd name="connsiteY0" fmla="*/ 0 h 4124247"/>
              <a:gd name="connsiteX1" fmla="*/ 11217599 w 11217599"/>
              <a:gd name="connsiteY1" fmla="*/ 0 h 4124247"/>
              <a:gd name="connsiteX2" fmla="*/ 11217599 w 11217599"/>
              <a:gd name="connsiteY2" fmla="*/ 4124247 h 4124247"/>
              <a:gd name="connsiteX3" fmla="*/ 9120395 w 11217599"/>
              <a:gd name="connsiteY3" fmla="*/ 4124247 h 4124247"/>
              <a:gd name="connsiteX4" fmla="*/ 6840002 w 11217599"/>
              <a:gd name="connsiteY4" fmla="*/ 0 h 4124247"/>
              <a:gd name="connsiteX5" fmla="*/ 8940395 w 11217599"/>
              <a:gd name="connsiteY5" fmla="*/ 0 h 4124247"/>
              <a:gd name="connsiteX6" fmla="*/ 8940395 w 11217599"/>
              <a:gd name="connsiteY6" fmla="*/ 4124247 h 4124247"/>
              <a:gd name="connsiteX7" fmla="*/ 6840002 w 11217599"/>
              <a:gd name="connsiteY7" fmla="*/ 4124247 h 4124247"/>
              <a:gd name="connsiteX8" fmla="*/ 4559610 w 11217599"/>
              <a:gd name="connsiteY8" fmla="*/ 0 h 4124247"/>
              <a:gd name="connsiteX9" fmla="*/ 6660002 w 11217599"/>
              <a:gd name="connsiteY9" fmla="*/ 0 h 4124247"/>
              <a:gd name="connsiteX10" fmla="*/ 6660002 w 11217599"/>
              <a:gd name="connsiteY10" fmla="*/ 4124247 h 4124247"/>
              <a:gd name="connsiteX11" fmla="*/ 4559610 w 11217599"/>
              <a:gd name="connsiteY11" fmla="*/ 4124247 h 4124247"/>
              <a:gd name="connsiteX12" fmla="*/ 2279219 w 11217599"/>
              <a:gd name="connsiteY12" fmla="*/ 0 h 4124247"/>
              <a:gd name="connsiteX13" fmla="*/ 4379610 w 11217599"/>
              <a:gd name="connsiteY13" fmla="*/ 0 h 4124247"/>
              <a:gd name="connsiteX14" fmla="*/ 4379610 w 11217599"/>
              <a:gd name="connsiteY14" fmla="*/ 4124247 h 4124247"/>
              <a:gd name="connsiteX15" fmla="*/ 2279219 w 11217599"/>
              <a:gd name="connsiteY15" fmla="*/ 4124247 h 4124247"/>
              <a:gd name="connsiteX16" fmla="*/ 0 w 11217599"/>
              <a:gd name="connsiteY16" fmla="*/ 0 h 4124247"/>
              <a:gd name="connsiteX17" fmla="*/ 2099219 w 11217599"/>
              <a:gd name="connsiteY17" fmla="*/ 0 h 4124247"/>
              <a:gd name="connsiteX18" fmla="*/ 2099219 w 11217599"/>
              <a:gd name="connsiteY18" fmla="*/ 4124247 h 4124247"/>
              <a:gd name="connsiteX19" fmla="*/ 0 w 11217599"/>
              <a:gd name="connsiteY19" fmla="*/ 4124247 h 412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217599" h="4124247">
                <a:moveTo>
                  <a:pt x="9120395" y="0"/>
                </a:moveTo>
                <a:lnTo>
                  <a:pt x="11217599" y="0"/>
                </a:lnTo>
                <a:lnTo>
                  <a:pt x="11217599" y="4124247"/>
                </a:lnTo>
                <a:lnTo>
                  <a:pt x="9120395" y="4124247"/>
                </a:lnTo>
                <a:close/>
                <a:moveTo>
                  <a:pt x="6840002" y="0"/>
                </a:moveTo>
                <a:lnTo>
                  <a:pt x="8940395" y="0"/>
                </a:lnTo>
                <a:lnTo>
                  <a:pt x="8940395" y="4124247"/>
                </a:lnTo>
                <a:lnTo>
                  <a:pt x="6840002" y="4124247"/>
                </a:lnTo>
                <a:close/>
                <a:moveTo>
                  <a:pt x="4559610" y="0"/>
                </a:moveTo>
                <a:lnTo>
                  <a:pt x="6660002" y="0"/>
                </a:lnTo>
                <a:lnTo>
                  <a:pt x="6660002" y="4124247"/>
                </a:lnTo>
                <a:lnTo>
                  <a:pt x="4559610" y="4124247"/>
                </a:lnTo>
                <a:close/>
                <a:moveTo>
                  <a:pt x="2279219" y="0"/>
                </a:moveTo>
                <a:lnTo>
                  <a:pt x="4379610" y="0"/>
                </a:lnTo>
                <a:lnTo>
                  <a:pt x="4379610" y="4124247"/>
                </a:lnTo>
                <a:lnTo>
                  <a:pt x="2279219" y="4124247"/>
                </a:lnTo>
                <a:close/>
                <a:moveTo>
                  <a:pt x="0" y="0"/>
                </a:moveTo>
                <a:lnTo>
                  <a:pt x="2099219" y="0"/>
                </a:lnTo>
                <a:lnTo>
                  <a:pt x="2099219" y="4124247"/>
                </a:lnTo>
                <a:lnTo>
                  <a:pt x="0" y="4124247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>
            <a:noAutofit/>
          </a:bodyPr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05141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 1x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icture background">
            <a:extLst>
              <a:ext uri="{FF2B5EF4-FFF2-40B4-BE49-F238E27FC236}">
                <a16:creationId xmlns:a16="http://schemas.microsoft.com/office/drawing/2014/main" id="{31BDEA6E-B31D-5638-C1D8-363F57792B7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4008438" cy="6858000"/>
            <a:chOff x="8206799" y="0"/>
            <a:chExt cx="4008438" cy="6858000"/>
          </a:xfrm>
          <a:solidFill>
            <a:schemeClr val="tx1">
              <a:alpha val="6000"/>
            </a:schemeClr>
          </a:solidFill>
        </p:grpSpPr>
        <p:sp>
          <p:nvSpPr>
            <p:cNvPr id="7" name="background color">
              <a:extLst>
                <a:ext uri="{FF2B5EF4-FFF2-40B4-BE49-F238E27FC236}">
                  <a16:creationId xmlns:a16="http://schemas.microsoft.com/office/drawing/2014/main" id="{BD769638-B972-57B9-D898-3A78728C3E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799" y="0"/>
              <a:ext cx="4008438" cy="6857999"/>
            </a:xfrm>
            <a:prstGeom prst="rect">
              <a:avLst/>
            </a:prstGeom>
            <a:solidFill>
              <a:srgbClr val="E8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8" name="triangle pattern">
              <a:extLst>
                <a:ext uri="{FF2B5EF4-FFF2-40B4-BE49-F238E27FC236}">
                  <a16:creationId xmlns:a16="http://schemas.microsoft.com/office/drawing/2014/main" id="{1621C1AD-EDAA-46BF-69A0-2969F28097D6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4008438" cy="6858000"/>
            </a:xfrm>
            <a:prstGeom prst="rect">
              <a:avLst/>
            </a:prstGeom>
          </p:spPr>
        </p:pic>
      </p:grp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B5B72E43-4BAB-4112-4BDD-429A56498B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46574" y="6497708"/>
            <a:ext cx="6517234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1" name="contact details placeholder">
            <a:extLst>
              <a:ext uri="{FF2B5EF4-FFF2-40B4-BE49-F238E27FC236}">
                <a16:creationId xmlns:a16="http://schemas.microsoft.com/office/drawing/2014/main" id="{31CE46E6-D243-C9E1-1F90-B2CE4BBA59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499641" y="2671880"/>
            <a:ext cx="3045386" cy="31308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70000" indent="-270000">
              <a:defRPr>
                <a:solidFill>
                  <a:schemeClr val="bg1"/>
                </a:solidFill>
              </a:defRPr>
            </a:lvl6pPr>
            <a:lvl7pPr marL="540000" indent="-270000">
              <a:defRPr>
                <a:solidFill>
                  <a:schemeClr val="bg1"/>
                </a:solidFill>
              </a:defRPr>
            </a:lvl7pPr>
            <a:lvl8pPr marL="0" indent="0">
              <a:buNone/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0" indent="0">
              <a:buNone/>
              <a:defRPr lang="en-US" sz="1600" kern="1200" dirty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6BA65AAF-C72A-7411-C43C-C437E0175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46574" y="1712913"/>
            <a:ext cx="7356801" cy="44118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  <p:sp>
        <p:nvSpPr>
          <p:cNvPr id="5" name="role placeholder">
            <a:extLst>
              <a:ext uri="{FF2B5EF4-FFF2-40B4-BE49-F238E27FC236}">
                <a16:creationId xmlns:a16="http://schemas.microsoft.com/office/drawing/2014/main" id="{C57F9CDE-9BE0-DEE2-EDB0-FA896BAF6F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2" hasCustomPrompt="1"/>
          </p:nvPr>
        </p:nvSpPr>
        <p:spPr>
          <a:xfrm>
            <a:off x="4346575" y="953821"/>
            <a:ext cx="7360402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Role</a:t>
            </a:r>
            <a:endParaRPr lang="nl-NL"/>
          </a:p>
        </p:txBody>
      </p:sp>
      <p:sp>
        <p:nvSpPr>
          <p:cNvPr id="11" name="nam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346575" y="593724"/>
            <a:ext cx="73568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/>
              <a:t>Name</a:t>
            </a:r>
            <a:endParaRPr lang="nl-NL"/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52B91902-C0FE-E942-6954-501149070F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99641" y="610119"/>
            <a:ext cx="1602000" cy="1602000"/>
          </a:xfrm>
          <a:prstGeom prst="ellipse">
            <a:avLst/>
          </a:prstGeom>
          <a:solidFill>
            <a:srgbClr val="F2F2F2"/>
          </a:solidFill>
          <a:ln w="3175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807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2" pos="4943">
          <p15:clr>
            <a:srgbClr val="FBAE40"/>
          </p15:clr>
        </p15:guide>
        <p15:guide id="3" pos="2525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picture background">
            <a:extLst>
              <a:ext uri="{FF2B5EF4-FFF2-40B4-BE49-F238E27FC236}">
                <a16:creationId xmlns:a16="http://schemas.microsoft.com/office/drawing/2014/main" id="{894863FA-FE23-75E8-6021-F59B9E35E69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4008438" cy="6858000"/>
            <a:chOff x="8206799" y="0"/>
            <a:chExt cx="4008438" cy="6858000"/>
          </a:xfrm>
          <a:solidFill>
            <a:schemeClr val="bg2"/>
          </a:solidFill>
        </p:grpSpPr>
        <p:sp>
          <p:nvSpPr>
            <p:cNvPr id="10" name="background color">
              <a:extLst>
                <a:ext uri="{FF2B5EF4-FFF2-40B4-BE49-F238E27FC236}">
                  <a16:creationId xmlns:a16="http://schemas.microsoft.com/office/drawing/2014/main" id="{A3900614-F84A-E653-475A-5F1956CB28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799" y="0"/>
              <a:ext cx="4008438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2" name="triangle pattern">
              <a:extLst>
                <a:ext uri="{FF2B5EF4-FFF2-40B4-BE49-F238E27FC236}">
                  <a16:creationId xmlns:a16="http://schemas.microsoft.com/office/drawing/2014/main" id="{341A9164-0C95-2B18-3505-951544C7780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4008438" cy="6858000"/>
            </a:xfrm>
            <a:prstGeom prst="rect">
              <a:avLst/>
            </a:prstGeom>
          </p:spPr>
        </p:pic>
      </p:grp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B5B72E43-4BAB-4112-4BDD-429A56498B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46574" y="6497708"/>
            <a:ext cx="6517234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1" name="contact details placeholder">
            <a:extLst>
              <a:ext uri="{FF2B5EF4-FFF2-40B4-BE49-F238E27FC236}">
                <a16:creationId xmlns:a16="http://schemas.microsoft.com/office/drawing/2014/main" id="{31CE46E6-D243-C9E1-1F90-B2CE4BBA59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963052" y="2666627"/>
            <a:ext cx="2484998" cy="8290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70000" indent="-270000">
              <a:defRPr>
                <a:solidFill>
                  <a:schemeClr val="bg1"/>
                </a:solidFill>
              </a:defRPr>
            </a:lvl6pPr>
            <a:lvl7pPr marL="540000" indent="-270000">
              <a:defRPr>
                <a:solidFill>
                  <a:schemeClr val="bg1"/>
                </a:solidFill>
              </a:defRPr>
            </a:lvl7pPr>
            <a:lvl8pPr marL="0" indent="0">
              <a:buNone/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0" indent="0">
              <a:buNone/>
              <a:defRPr lang="en-US" sz="1600" kern="1200" dirty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  <a:p>
            <a:pPr lvl="0"/>
            <a:endParaRPr lang="en-US"/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6BA65AAF-C72A-7411-C43C-C437E0175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46574" y="1712913"/>
            <a:ext cx="7356801" cy="44118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  <p:sp>
        <p:nvSpPr>
          <p:cNvPr id="11" name="nam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346575" y="593724"/>
            <a:ext cx="73568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/>
              <a:t>Name</a:t>
            </a:r>
            <a:endParaRPr lang="nl-NL"/>
          </a:p>
        </p:txBody>
      </p:sp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9F11F92A-6D76-156E-B47A-6241592EB5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99641" y="610119"/>
            <a:ext cx="1602000" cy="1602000"/>
          </a:xfrm>
          <a:prstGeom prst="ellipse">
            <a:avLst/>
          </a:prstGeom>
          <a:solidFill>
            <a:srgbClr val="F2F2F2"/>
          </a:solidFill>
          <a:ln w="3175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pic>
        <p:nvPicPr>
          <p:cNvPr id="2" name="Ábra 1" descr="Vevőegység egyszínű kitöltéssel">
            <a:extLst>
              <a:ext uri="{FF2B5EF4-FFF2-40B4-BE49-F238E27FC236}">
                <a16:creationId xmlns:a16="http://schemas.microsoft.com/office/drawing/2014/main" id="{AA03150D-0802-59BB-A3CF-FA4ED2AFE52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755" y="3048706"/>
            <a:ext cx="206223" cy="206223"/>
          </a:xfrm>
          <a:prstGeom prst="rect">
            <a:avLst/>
          </a:prstGeom>
        </p:spPr>
      </p:pic>
      <p:pic>
        <p:nvPicPr>
          <p:cNvPr id="6" name="Ábra 5" descr="E-mail egyszínű kitöltéssel">
            <a:extLst>
              <a:ext uri="{FF2B5EF4-FFF2-40B4-BE49-F238E27FC236}">
                <a16:creationId xmlns:a16="http://schemas.microsoft.com/office/drawing/2014/main" id="{926571DA-DAB3-B4B0-EE96-0159490F141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754" y="2697407"/>
            <a:ext cx="206224" cy="206224"/>
          </a:xfrm>
          <a:prstGeom prst="rect">
            <a:avLst/>
          </a:prstGeom>
        </p:spPr>
      </p:pic>
      <p:sp>
        <p:nvSpPr>
          <p:cNvPr id="5" name="role placeholder">
            <a:extLst>
              <a:ext uri="{FF2B5EF4-FFF2-40B4-BE49-F238E27FC236}">
                <a16:creationId xmlns:a16="http://schemas.microsoft.com/office/drawing/2014/main" id="{C57F9CDE-9BE0-DEE2-EDB0-FA896BAF6F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2" hasCustomPrompt="1"/>
          </p:nvPr>
        </p:nvSpPr>
        <p:spPr>
          <a:xfrm>
            <a:off x="4346575" y="953821"/>
            <a:ext cx="7360402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Role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4290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2" pos="4943">
          <p15:clr>
            <a:srgbClr val="FBAE40"/>
          </p15:clr>
        </p15:guide>
        <p15:guide id="3" pos="2525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1959C953-3BE5-A601-3E22-B0BB004EA4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953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59C953-3BE5-A601-3E22-B0BB004EA4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icture background">
            <a:extLst>
              <a:ext uri="{FF2B5EF4-FFF2-40B4-BE49-F238E27FC236}">
                <a16:creationId xmlns:a16="http://schemas.microsoft.com/office/drawing/2014/main" id="{894863FA-FE23-75E8-6021-F59B9E35E69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4008438" cy="6858000"/>
            <a:chOff x="8206799" y="0"/>
            <a:chExt cx="4008438" cy="6858000"/>
          </a:xfrm>
          <a:solidFill>
            <a:schemeClr val="bg2"/>
          </a:solidFill>
        </p:grpSpPr>
        <p:sp>
          <p:nvSpPr>
            <p:cNvPr id="10" name="background color">
              <a:extLst>
                <a:ext uri="{FF2B5EF4-FFF2-40B4-BE49-F238E27FC236}">
                  <a16:creationId xmlns:a16="http://schemas.microsoft.com/office/drawing/2014/main" id="{A3900614-F84A-E653-475A-5F1956CB28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799" y="0"/>
              <a:ext cx="4008438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2" name="triangle pattern">
              <a:extLst>
                <a:ext uri="{FF2B5EF4-FFF2-40B4-BE49-F238E27FC236}">
                  <a16:creationId xmlns:a16="http://schemas.microsoft.com/office/drawing/2014/main" id="{341A9164-0C95-2B18-3505-951544C7780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4008438" cy="6858000"/>
            </a:xfrm>
            <a:prstGeom prst="rect">
              <a:avLst/>
            </a:prstGeom>
          </p:spPr>
        </p:pic>
      </p:grp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B5B72E43-4BAB-4112-4BDD-429A56498B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46574" y="6497708"/>
            <a:ext cx="6517234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6BA65AAF-C72A-7411-C43C-C437E0175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46574" y="1522413"/>
            <a:ext cx="7356801" cy="1592262"/>
          </a:xfrm>
          <a:prstGeom prst="rect">
            <a:avLst/>
          </a:prstGeom>
        </p:spPr>
        <p:txBody>
          <a:bodyPr/>
          <a:lstStyle>
            <a:lvl2pPr marL="0" indent="0">
              <a:buNone/>
              <a:defRPr/>
            </a:lvl2pPr>
            <a:lvl3pPr marL="270000" indent="0">
              <a:buNone/>
              <a:defRPr/>
            </a:lvl3pPr>
          </a:lstStyle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</p:txBody>
      </p:sp>
      <p:sp>
        <p:nvSpPr>
          <p:cNvPr id="5" name="role placeholder">
            <a:extLst>
              <a:ext uri="{FF2B5EF4-FFF2-40B4-BE49-F238E27FC236}">
                <a16:creationId xmlns:a16="http://schemas.microsoft.com/office/drawing/2014/main" id="{C57F9CDE-9BE0-DEE2-EDB0-FA896BAF6F97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4346575" y="953821"/>
            <a:ext cx="7360402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Role</a:t>
            </a:r>
            <a:endParaRPr lang="nl-NL"/>
          </a:p>
        </p:txBody>
      </p:sp>
      <p:sp>
        <p:nvSpPr>
          <p:cNvPr id="11" name="nam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6575" y="593724"/>
            <a:ext cx="73568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/>
              <a:t>Name</a:t>
            </a:r>
            <a:endParaRPr lang="nl-NL"/>
          </a:p>
        </p:txBody>
      </p:sp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9F11F92A-6D76-156E-B47A-6241592EB5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9641" y="429144"/>
            <a:ext cx="1602000" cy="1602000"/>
          </a:xfrm>
          <a:prstGeom prst="ellipse">
            <a:avLst/>
          </a:prstGeom>
          <a:solidFill>
            <a:srgbClr val="F2F2F2"/>
          </a:solidFill>
          <a:ln w="3175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pic>
        <p:nvPicPr>
          <p:cNvPr id="2" name="Ábra 1" descr="Vevőegység egyszínű kitöltéssel">
            <a:extLst>
              <a:ext uri="{FF2B5EF4-FFF2-40B4-BE49-F238E27FC236}">
                <a16:creationId xmlns:a16="http://schemas.microsoft.com/office/drawing/2014/main" id="{AA03150D-0802-59BB-A3CF-FA4ED2AFE5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755" y="2648656"/>
            <a:ext cx="206223" cy="206223"/>
          </a:xfrm>
          <a:prstGeom prst="rect">
            <a:avLst/>
          </a:prstGeom>
        </p:spPr>
      </p:pic>
      <p:pic>
        <p:nvPicPr>
          <p:cNvPr id="6" name="Ábra 5" descr="E-mail egyszínű kitöltéssel">
            <a:extLst>
              <a:ext uri="{FF2B5EF4-FFF2-40B4-BE49-F238E27FC236}">
                <a16:creationId xmlns:a16="http://schemas.microsoft.com/office/drawing/2014/main" id="{926571DA-DAB3-B4B0-EE96-0159490F14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754" y="2268782"/>
            <a:ext cx="206224" cy="206224"/>
          </a:xfrm>
          <a:prstGeom prst="rect">
            <a:avLst/>
          </a:prstGeom>
        </p:spPr>
      </p:pic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59CEE658-8D0F-CE84-C86B-AF08F83D6CB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99641" y="3381894"/>
            <a:ext cx="1602000" cy="1602000"/>
          </a:xfrm>
          <a:prstGeom prst="ellipse">
            <a:avLst/>
          </a:prstGeom>
          <a:solidFill>
            <a:srgbClr val="F2F2F2"/>
          </a:solidFill>
          <a:ln w="3175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8" name="contact details placeholder">
            <a:extLst>
              <a:ext uri="{FF2B5EF4-FFF2-40B4-BE49-F238E27FC236}">
                <a16:creationId xmlns:a16="http://schemas.microsoft.com/office/drawing/2014/main" id="{4DE0EFFA-9C33-D4E6-EF5A-C6E92BF26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972577" y="5266952"/>
            <a:ext cx="2484998" cy="829048"/>
          </a:xfrm>
          <a:prstGeom prst="rect">
            <a:avLst/>
          </a:prstGeom>
        </p:spPr>
        <p:txBody>
          <a:bodyPr/>
          <a:lstStyle>
            <a:lvl1pPr>
              <a:spcAft>
                <a:spcPts val="1000"/>
              </a:spcAft>
              <a:defRPr>
                <a:solidFill>
                  <a:sysClr val="windowText" lastClr="000000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70000" indent="-270000">
              <a:defRPr>
                <a:solidFill>
                  <a:schemeClr val="bg1"/>
                </a:solidFill>
              </a:defRPr>
            </a:lvl6pPr>
            <a:lvl7pPr marL="540000" indent="-270000">
              <a:defRPr>
                <a:solidFill>
                  <a:schemeClr val="bg1"/>
                </a:solidFill>
              </a:defRPr>
            </a:lvl7pPr>
            <a:lvl8pPr marL="0" indent="0">
              <a:buNone/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0" indent="0">
              <a:buNone/>
              <a:defRPr lang="en-US" sz="1600" kern="1200" dirty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  <a:p>
            <a:pPr lvl="0"/>
            <a:endParaRPr lang="en-US"/>
          </a:p>
        </p:txBody>
      </p:sp>
      <p:pic>
        <p:nvPicPr>
          <p:cNvPr id="13" name="Ábra 12" descr="Vevőegység egyszínű kitöltéssel">
            <a:extLst>
              <a:ext uri="{FF2B5EF4-FFF2-40B4-BE49-F238E27FC236}">
                <a16:creationId xmlns:a16="http://schemas.microsoft.com/office/drawing/2014/main" id="{40CE6C93-AC8F-C244-94C8-45344D6DE4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280" y="5658556"/>
            <a:ext cx="206223" cy="206223"/>
          </a:xfrm>
          <a:prstGeom prst="rect">
            <a:avLst/>
          </a:prstGeom>
        </p:spPr>
      </p:pic>
      <p:pic>
        <p:nvPicPr>
          <p:cNvPr id="15" name="Ábra 14" descr="E-mail egyszínű kitöltéssel">
            <a:extLst>
              <a:ext uri="{FF2B5EF4-FFF2-40B4-BE49-F238E27FC236}">
                <a16:creationId xmlns:a16="http://schemas.microsoft.com/office/drawing/2014/main" id="{AA95423E-B424-D87B-4ECD-ADE34C35D9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279" y="5278682"/>
            <a:ext cx="206224" cy="206224"/>
          </a:xfrm>
          <a:prstGeom prst="rect">
            <a:avLst/>
          </a:prstGeom>
        </p:spPr>
      </p:pic>
      <p:sp>
        <p:nvSpPr>
          <p:cNvPr id="17" name="contact details placeholder">
            <a:extLst>
              <a:ext uri="{FF2B5EF4-FFF2-40B4-BE49-F238E27FC236}">
                <a16:creationId xmlns:a16="http://schemas.microsoft.com/office/drawing/2014/main" id="{A869E4F1-5CBE-817F-C1A2-4FEF8E3BE3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82102" y="2285627"/>
            <a:ext cx="2484998" cy="829048"/>
          </a:xfrm>
          <a:prstGeom prst="rect">
            <a:avLst/>
          </a:prstGeom>
        </p:spPr>
        <p:txBody>
          <a:bodyPr/>
          <a:lstStyle>
            <a:lvl1pPr>
              <a:spcAft>
                <a:spcPts val="1000"/>
              </a:spcAft>
              <a:defRPr>
                <a:solidFill>
                  <a:sysClr val="windowText" lastClr="000000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70000" indent="-270000">
              <a:defRPr>
                <a:solidFill>
                  <a:schemeClr val="bg1"/>
                </a:solidFill>
              </a:defRPr>
            </a:lvl6pPr>
            <a:lvl7pPr marL="540000" indent="-270000">
              <a:defRPr>
                <a:solidFill>
                  <a:schemeClr val="bg1"/>
                </a:solidFill>
              </a:defRPr>
            </a:lvl7pPr>
            <a:lvl8pPr marL="0" indent="0">
              <a:buNone/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0" indent="0">
              <a:buNone/>
              <a:defRPr lang="en-US" sz="1600" kern="1200" dirty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  <a:p>
            <a:pPr lvl="0"/>
            <a:endParaRPr lang="en-US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141FD153-BA01-6678-9708-AA36AD3E77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4352593" y="4539456"/>
            <a:ext cx="7356801" cy="1592262"/>
          </a:xfrm>
          <a:prstGeom prst="rect">
            <a:avLst/>
          </a:prstGeo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  <a:endParaRPr lang="hu-HU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24A0027-86F2-E401-20D8-C6A4E4534C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46574" y="3616662"/>
            <a:ext cx="7358400" cy="360097"/>
          </a:xfrm>
        </p:spPr>
        <p:txBody>
          <a:bodyPr anchor="ctr"/>
          <a:lstStyle>
            <a:lvl1pPr>
              <a:defRPr lang="en-GB" sz="2600" b="0" kern="1200" dirty="0">
                <a:solidFill>
                  <a:srgbClr val="ED1A3B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lvl="0"/>
            <a:endParaRPr lang="en-GB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A555239B-58B9-CF35-45DC-05CE4D4F466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46574" y="3976759"/>
            <a:ext cx="7362000" cy="360097"/>
          </a:xfrm>
        </p:spPr>
        <p:txBody>
          <a:bodyPr anchor="ctr"/>
          <a:lstStyle>
            <a:lvl1pPr>
              <a:defRPr lang="en-GB" sz="1800" b="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537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2" pos="4943">
          <p15:clr>
            <a:srgbClr val="FBAE40"/>
          </p15:clr>
        </p15:guide>
        <p15:guide id="3" pos="2525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B2D7CBB4-F62C-B3B0-CAD0-1ABC18A7E5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grpSp>
        <p:nvGrpSpPr>
          <p:cNvPr id="34" name="picture background_03">
            <a:extLst>
              <a:ext uri="{FF2B5EF4-FFF2-40B4-BE49-F238E27FC236}">
                <a16:creationId xmlns:a16="http://schemas.microsoft.com/office/drawing/2014/main" id="{F5AAF5E4-5EE7-A30E-2DC3-024CE9EF10C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204176" y="1712177"/>
            <a:ext cx="3499200" cy="4412035"/>
            <a:chOff x="8204174" y="1712913"/>
            <a:chExt cx="3499200" cy="4412035"/>
          </a:xfrm>
          <a:solidFill>
            <a:schemeClr val="bg2">
              <a:alpha val="60000"/>
            </a:schemeClr>
          </a:solidFill>
        </p:grpSpPr>
        <p:sp>
          <p:nvSpPr>
            <p:cNvPr id="35" name="background colour">
              <a:extLst>
                <a:ext uri="{FF2B5EF4-FFF2-40B4-BE49-F238E27FC236}">
                  <a16:creationId xmlns:a16="http://schemas.microsoft.com/office/drawing/2014/main" id="{EFB15F73-3308-22EF-E358-88DA685D2A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5787" y="1712913"/>
              <a:ext cx="3497587" cy="4411853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6" name="triangle pattern">
              <a:extLst>
                <a:ext uri="{FF2B5EF4-FFF2-40B4-BE49-F238E27FC236}">
                  <a16:creationId xmlns:a16="http://schemas.microsoft.com/office/drawing/2014/main" id="{B079D0BF-66A7-46A2-96C7-ABC088569095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174" y="1712913"/>
              <a:ext cx="3499200" cy="4412035"/>
            </a:xfrm>
            <a:prstGeom prst="rect">
              <a:avLst/>
            </a:prstGeom>
          </p:spPr>
        </p:pic>
      </p:grpSp>
      <p:grpSp>
        <p:nvGrpSpPr>
          <p:cNvPr id="31" name="picture background_02">
            <a:extLst>
              <a:ext uri="{FF2B5EF4-FFF2-40B4-BE49-F238E27FC236}">
                <a16:creationId xmlns:a16="http://schemas.microsoft.com/office/drawing/2014/main" id="{EFCDCBAF-9AFC-B316-3AC9-D59906ACC51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351373" y="1720451"/>
            <a:ext cx="3499200" cy="4412035"/>
            <a:chOff x="8204174" y="1712913"/>
            <a:chExt cx="3499200" cy="4412035"/>
          </a:xfrm>
          <a:solidFill>
            <a:schemeClr val="bg2">
              <a:alpha val="60000"/>
            </a:schemeClr>
          </a:solidFill>
        </p:grpSpPr>
        <p:sp>
          <p:nvSpPr>
            <p:cNvPr id="32" name="background colour">
              <a:extLst>
                <a:ext uri="{FF2B5EF4-FFF2-40B4-BE49-F238E27FC236}">
                  <a16:creationId xmlns:a16="http://schemas.microsoft.com/office/drawing/2014/main" id="{540CA267-B7B2-B648-F2D8-9010F8FD4B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5787" y="1712913"/>
              <a:ext cx="3497587" cy="4411853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3" name="triangle pattern">
              <a:extLst>
                <a:ext uri="{FF2B5EF4-FFF2-40B4-BE49-F238E27FC236}">
                  <a16:creationId xmlns:a16="http://schemas.microsoft.com/office/drawing/2014/main" id="{7C7D6A75-CDD2-E4DC-17DC-AC611019CCB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174" y="1712913"/>
              <a:ext cx="3499200" cy="4412035"/>
            </a:xfrm>
            <a:prstGeom prst="rect">
              <a:avLst/>
            </a:prstGeom>
          </p:spPr>
        </p:pic>
      </p:grpSp>
      <p:grpSp>
        <p:nvGrpSpPr>
          <p:cNvPr id="2" name="picture background_01">
            <a:extLst>
              <a:ext uri="{FF2B5EF4-FFF2-40B4-BE49-F238E27FC236}">
                <a16:creationId xmlns:a16="http://schemas.microsoft.com/office/drawing/2014/main" id="{C79E9BAE-D39B-753C-AA34-9A0DD8ED431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80627" y="1712913"/>
            <a:ext cx="3499200" cy="4412035"/>
            <a:chOff x="8204174" y="1712913"/>
            <a:chExt cx="3499200" cy="4412035"/>
          </a:xfrm>
          <a:solidFill>
            <a:schemeClr val="bg2">
              <a:alpha val="60000"/>
            </a:schemeClr>
          </a:solidFill>
        </p:grpSpPr>
        <p:sp>
          <p:nvSpPr>
            <p:cNvPr id="7" name="background colour">
              <a:extLst>
                <a:ext uri="{FF2B5EF4-FFF2-40B4-BE49-F238E27FC236}">
                  <a16:creationId xmlns:a16="http://schemas.microsoft.com/office/drawing/2014/main" id="{403166C4-0B9A-3E6D-753D-ADC5B61F55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5787" y="1712913"/>
              <a:ext cx="3497587" cy="4411853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8" name="triangle pattern">
              <a:extLst>
                <a:ext uri="{FF2B5EF4-FFF2-40B4-BE49-F238E27FC236}">
                  <a16:creationId xmlns:a16="http://schemas.microsoft.com/office/drawing/2014/main" id="{7D28AC52-2E5D-D1C4-C33A-582A842E5854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174" y="1712913"/>
              <a:ext cx="3499200" cy="4412035"/>
            </a:xfrm>
            <a:prstGeom prst="rect">
              <a:avLst/>
            </a:prstGeom>
          </p:spPr>
        </p:pic>
      </p:grpSp>
      <p:sp>
        <p:nvSpPr>
          <p:cNvPr id="28" name="contact details placeholder 03">
            <a:extLst>
              <a:ext uri="{FF2B5EF4-FFF2-40B4-BE49-F238E27FC236}">
                <a16:creationId xmlns:a16="http://schemas.microsoft.com/office/drawing/2014/main" id="{404AB8CB-AA69-DE78-42E2-A5199F576B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 hasCustomPrompt="1"/>
          </p:nvPr>
        </p:nvSpPr>
        <p:spPr>
          <a:xfrm>
            <a:off x="8544758" y="4566759"/>
            <a:ext cx="2782800" cy="1202400"/>
          </a:xfrm>
          <a:prstGeom prst="rect">
            <a:avLst/>
          </a:prstGeom>
        </p:spPr>
        <p:txBody>
          <a:bodyPr/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</p:txBody>
      </p:sp>
      <p:sp>
        <p:nvSpPr>
          <p:cNvPr id="29" name="role placeholder_03">
            <a:extLst>
              <a:ext uri="{FF2B5EF4-FFF2-40B4-BE49-F238E27FC236}">
                <a16:creationId xmlns:a16="http://schemas.microsoft.com/office/drawing/2014/main" id="{683119A4-4E8D-5C00-45B7-2789FB965B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 hasCustomPrompt="1"/>
          </p:nvPr>
        </p:nvSpPr>
        <p:spPr>
          <a:xfrm>
            <a:off x="8544758" y="4172042"/>
            <a:ext cx="2782800" cy="200055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3"/>
            <a:r>
              <a:rPr lang="en-US"/>
              <a:t>Role</a:t>
            </a:r>
          </a:p>
        </p:txBody>
      </p:sp>
      <p:sp>
        <p:nvSpPr>
          <p:cNvPr id="30" name="name placeholder 03">
            <a:extLst>
              <a:ext uri="{FF2B5EF4-FFF2-40B4-BE49-F238E27FC236}">
                <a16:creationId xmlns:a16="http://schemas.microsoft.com/office/drawing/2014/main" id="{6A95CC4B-82B9-5296-A592-674D46731B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 hasCustomPrompt="1"/>
          </p:nvPr>
        </p:nvSpPr>
        <p:spPr>
          <a:xfrm>
            <a:off x="8544758" y="3849993"/>
            <a:ext cx="2782800" cy="246221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1"/>
            <a:r>
              <a:rPr lang="en-US"/>
              <a:t>Name</a:t>
            </a:r>
          </a:p>
        </p:txBody>
      </p:sp>
      <p:sp>
        <p:nvSpPr>
          <p:cNvPr id="27" name="picture placeholder_03">
            <a:extLst>
              <a:ext uri="{FF2B5EF4-FFF2-40B4-BE49-F238E27FC236}">
                <a16:creationId xmlns:a16="http://schemas.microsoft.com/office/drawing/2014/main" id="{88B51546-6C5A-9308-1D4F-4855441680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9231377" y="2080800"/>
            <a:ext cx="1440000" cy="1440000"/>
          </a:xfrm>
          <a:prstGeom prst="ellipse">
            <a:avLst/>
          </a:prstGeom>
          <a:solidFill>
            <a:srgbClr val="F2F2F2"/>
          </a:solidFill>
          <a:ln w="3600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1" name="contact details placeholder 02">
            <a:extLst>
              <a:ext uri="{FF2B5EF4-FFF2-40B4-BE49-F238E27FC236}">
                <a16:creationId xmlns:a16="http://schemas.microsoft.com/office/drawing/2014/main" id="{A5F40C3D-B47F-56C4-A35D-93B33B93B2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 hasCustomPrompt="1"/>
          </p:nvPr>
        </p:nvSpPr>
        <p:spPr>
          <a:xfrm>
            <a:off x="4691955" y="4575033"/>
            <a:ext cx="2782800" cy="1202400"/>
          </a:xfrm>
          <a:prstGeom prst="rect">
            <a:avLst/>
          </a:prstGeom>
        </p:spPr>
        <p:txBody>
          <a:bodyPr/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</p:txBody>
      </p:sp>
      <p:sp>
        <p:nvSpPr>
          <p:cNvPr id="22" name="role placeholder_02">
            <a:extLst>
              <a:ext uri="{FF2B5EF4-FFF2-40B4-BE49-F238E27FC236}">
                <a16:creationId xmlns:a16="http://schemas.microsoft.com/office/drawing/2014/main" id="{B7B890F6-C5E9-FBD8-D4C7-6A18581D81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 hasCustomPrompt="1"/>
          </p:nvPr>
        </p:nvSpPr>
        <p:spPr>
          <a:xfrm>
            <a:off x="4691955" y="4180316"/>
            <a:ext cx="2782800" cy="200055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3"/>
            <a:r>
              <a:rPr lang="en-US"/>
              <a:t>Role</a:t>
            </a:r>
          </a:p>
        </p:txBody>
      </p:sp>
      <p:sp>
        <p:nvSpPr>
          <p:cNvPr id="23" name="name placeholder 02">
            <a:extLst>
              <a:ext uri="{FF2B5EF4-FFF2-40B4-BE49-F238E27FC236}">
                <a16:creationId xmlns:a16="http://schemas.microsoft.com/office/drawing/2014/main" id="{457C3B6D-57E1-8A45-1F6D-93933D4203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 hasCustomPrompt="1"/>
          </p:nvPr>
        </p:nvSpPr>
        <p:spPr>
          <a:xfrm>
            <a:off x="4691955" y="3858267"/>
            <a:ext cx="2782800" cy="246221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1"/>
            <a:r>
              <a:rPr lang="en-US"/>
              <a:t>Name</a:t>
            </a:r>
          </a:p>
        </p:txBody>
      </p:sp>
      <p:sp>
        <p:nvSpPr>
          <p:cNvPr id="20" name="picture placeholder_02">
            <a:extLst>
              <a:ext uri="{FF2B5EF4-FFF2-40B4-BE49-F238E27FC236}">
                <a16:creationId xmlns:a16="http://schemas.microsoft.com/office/drawing/2014/main" id="{A5F4274B-03CB-ED41-B7E1-F8B8D2984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7" hasCustomPrompt="1"/>
          </p:nvPr>
        </p:nvSpPr>
        <p:spPr>
          <a:xfrm>
            <a:off x="5378574" y="2089074"/>
            <a:ext cx="1440000" cy="1440000"/>
          </a:xfrm>
          <a:prstGeom prst="ellipse">
            <a:avLst/>
          </a:prstGeom>
          <a:solidFill>
            <a:srgbClr val="F2F2F2"/>
          </a:solidFill>
          <a:ln w="3600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14" name="contact details placeholder 01">
            <a:extLst>
              <a:ext uri="{FF2B5EF4-FFF2-40B4-BE49-F238E27FC236}">
                <a16:creationId xmlns:a16="http://schemas.microsoft.com/office/drawing/2014/main" id="{4E8863AB-D491-F090-974A-1E938C1F6B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826007" y="4566759"/>
            <a:ext cx="2782800" cy="1202400"/>
          </a:xfrm>
          <a:prstGeom prst="rect">
            <a:avLst/>
          </a:prstGeom>
        </p:spPr>
        <p:txBody>
          <a:bodyPr/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</p:txBody>
      </p:sp>
      <p:sp>
        <p:nvSpPr>
          <p:cNvPr id="15" name="role placeholder_01">
            <a:extLst>
              <a:ext uri="{FF2B5EF4-FFF2-40B4-BE49-F238E27FC236}">
                <a16:creationId xmlns:a16="http://schemas.microsoft.com/office/drawing/2014/main" id="{EA63CBD9-2DB3-F95A-C959-3E0AACCD1B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 hasCustomPrompt="1"/>
          </p:nvPr>
        </p:nvSpPr>
        <p:spPr>
          <a:xfrm>
            <a:off x="826007" y="4172042"/>
            <a:ext cx="2782800" cy="200055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3"/>
            <a:r>
              <a:rPr lang="en-US"/>
              <a:t>Role</a:t>
            </a:r>
          </a:p>
        </p:txBody>
      </p:sp>
      <p:sp>
        <p:nvSpPr>
          <p:cNvPr id="16" name="name placeholder 01">
            <a:extLst>
              <a:ext uri="{FF2B5EF4-FFF2-40B4-BE49-F238E27FC236}">
                <a16:creationId xmlns:a16="http://schemas.microsoft.com/office/drawing/2014/main" id="{7DDD5216-F499-2620-5FFF-4B718728DF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826007" y="3849993"/>
            <a:ext cx="2782800" cy="246221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1"/>
            <a:r>
              <a:rPr lang="en-US"/>
              <a:t>Name</a:t>
            </a:r>
          </a:p>
        </p:txBody>
      </p:sp>
      <p:sp>
        <p:nvSpPr>
          <p:cNvPr id="13" name="picture placeholder_01">
            <a:extLst>
              <a:ext uri="{FF2B5EF4-FFF2-40B4-BE49-F238E27FC236}">
                <a16:creationId xmlns:a16="http://schemas.microsoft.com/office/drawing/2014/main" id="{B043A677-BF65-54A0-B663-10148D6FB5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 hasCustomPrompt="1"/>
          </p:nvPr>
        </p:nvSpPr>
        <p:spPr>
          <a:xfrm>
            <a:off x="1512626" y="2080800"/>
            <a:ext cx="1440000" cy="1440000"/>
          </a:xfrm>
          <a:prstGeom prst="ellipse">
            <a:avLst/>
          </a:prstGeom>
          <a:solidFill>
            <a:srgbClr val="F2F2F2"/>
          </a:solidFill>
          <a:ln w="3600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8640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2" pos="4943">
          <p15:clr>
            <a:srgbClr val="FBAE40"/>
          </p15:clr>
        </p15:guide>
        <p15:guide id="3" pos="2510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13570A88-350B-40D4-1CD0-A1EF7C74ED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grpSp>
        <p:nvGrpSpPr>
          <p:cNvPr id="171" name="picture background_04">
            <a:extLst>
              <a:ext uri="{FF2B5EF4-FFF2-40B4-BE49-F238E27FC236}">
                <a16:creationId xmlns:a16="http://schemas.microsoft.com/office/drawing/2014/main" id="{B480B41B-6418-B11D-69AD-2384C4CCC7B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72577" y="1712913"/>
            <a:ext cx="2534400" cy="4413600"/>
            <a:chOff x="482240" y="1712913"/>
            <a:chExt cx="2534400" cy="4413600"/>
          </a:xfrm>
        </p:grpSpPr>
        <p:sp>
          <p:nvSpPr>
            <p:cNvPr id="172" name="background colour">
              <a:extLst>
                <a:ext uri="{FF2B5EF4-FFF2-40B4-BE49-F238E27FC236}">
                  <a16:creationId xmlns:a16="http://schemas.microsoft.com/office/drawing/2014/main" id="{EEA03FF2-B766-3902-9FC9-BCBF828113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2240" y="1712913"/>
              <a:ext cx="2534400" cy="4411853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3" name="triangle pattern">
              <a:extLst>
                <a:ext uri="{FF2B5EF4-FFF2-40B4-BE49-F238E27FC236}">
                  <a16:creationId xmlns:a16="http://schemas.microsoft.com/office/drawing/2014/main" id="{0FA2504A-7B51-2B09-0242-456C4B42EA84}"/>
                </a:ext>
              </a:extLst>
            </p:cNvPr>
            <p:cNvPicPr preferRelativeResize="0"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2240" y="1712913"/>
              <a:ext cx="2534400" cy="4413600"/>
            </a:xfrm>
            <a:prstGeom prst="rect">
              <a:avLst/>
            </a:prstGeom>
          </p:spPr>
        </p:pic>
      </p:grpSp>
      <p:grpSp>
        <p:nvGrpSpPr>
          <p:cNvPr id="168" name="picture background_03">
            <a:extLst>
              <a:ext uri="{FF2B5EF4-FFF2-40B4-BE49-F238E27FC236}">
                <a16:creationId xmlns:a16="http://schemas.microsoft.com/office/drawing/2014/main" id="{331BEFCB-ED74-0BE0-59D7-505C9BE573F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75798" y="1712913"/>
            <a:ext cx="2534400" cy="4413600"/>
            <a:chOff x="482240" y="1712913"/>
            <a:chExt cx="2534400" cy="4413600"/>
          </a:xfrm>
        </p:grpSpPr>
        <p:sp>
          <p:nvSpPr>
            <p:cNvPr id="169" name="background colour">
              <a:extLst>
                <a:ext uri="{FF2B5EF4-FFF2-40B4-BE49-F238E27FC236}">
                  <a16:creationId xmlns:a16="http://schemas.microsoft.com/office/drawing/2014/main" id="{76DEEDAC-24BA-A060-DBFE-37F2D5DBB5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2240" y="1712913"/>
              <a:ext cx="2534400" cy="4411853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0" name="triangle pattern">
              <a:extLst>
                <a:ext uri="{FF2B5EF4-FFF2-40B4-BE49-F238E27FC236}">
                  <a16:creationId xmlns:a16="http://schemas.microsoft.com/office/drawing/2014/main" id="{AF7B7FA3-9FFE-4A3D-3D39-41BA849F8802}"/>
                </a:ext>
              </a:extLst>
            </p:cNvPr>
            <p:cNvPicPr preferRelativeResize="0"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2240" y="1712913"/>
              <a:ext cx="2534400" cy="4413600"/>
            </a:xfrm>
            <a:prstGeom prst="rect">
              <a:avLst/>
            </a:prstGeom>
          </p:spPr>
        </p:pic>
      </p:grpSp>
      <p:grpSp>
        <p:nvGrpSpPr>
          <p:cNvPr id="165" name="picture background_02">
            <a:extLst>
              <a:ext uri="{FF2B5EF4-FFF2-40B4-BE49-F238E27FC236}">
                <a16:creationId xmlns:a16="http://schemas.microsoft.com/office/drawing/2014/main" id="{AD8DD273-E06A-88E4-5829-660F8B4702C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379019" y="1712913"/>
            <a:ext cx="2534400" cy="4413600"/>
            <a:chOff x="482240" y="1712913"/>
            <a:chExt cx="2534400" cy="4413600"/>
          </a:xfrm>
        </p:grpSpPr>
        <p:sp>
          <p:nvSpPr>
            <p:cNvPr id="166" name="background colour">
              <a:extLst>
                <a:ext uri="{FF2B5EF4-FFF2-40B4-BE49-F238E27FC236}">
                  <a16:creationId xmlns:a16="http://schemas.microsoft.com/office/drawing/2014/main" id="{08CA5C72-D531-C556-7EB8-013ECADF31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2240" y="1712913"/>
              <a:ext cx="2534400" cy="4411853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67" name="triangle pattern">
              <a:extLst>
                <a:ext uri="{FF2B5EF4-FFF2-40B4-BE49-F238E27FC236}">
                  <a16:creationId xmlns:a16="http://schemas.microsoft.com/office/drawing/2014/main" id="{F31E0CD2-4D04-4B44-D655-EF91B82AFBB8}"/>
                </a:ext>
              </a:extLst>
            </p:cNvPr>
            <p:cNvPicPr preferRelativeResize="0"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2240" y="1712913"/>
              <a:ext cx="2534400" cy="4413600"/>
            </a:xfrm>
            <a:prstGeom prst="rect">
              <a:avLst/>
            </a:prstGeom>
          </p:spPr>
        </p:pic>
      </p:grpSp>
      <p:grpSp>
        <p:nvGrpSpPr>
          <p:cNvPr id="164" name="picture background_01">
            <a:extLst>
              <a:ext uri="{FF2B5EF4-FFF2-40B4-BE49-F238E27FC236}">
                <a16:creationId xmlns:a16="http://schemas.microsoft.com/office/drawing/2014/main" id="{D96FBB04-635B-8C2D-BFE9-12F526E18D1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82240" y="1712913"/>
            <a:ext cx="2534400" cy="4413600"/>
            <a:chOff x="482240" y="1712913"/>
            <a:chExt cx="2534400" cy="4413600"/>
          </a:xfrm>
        </p:grpSpPr>
        <p:sp>
          <p:nvSpPr>
            <p:cNvPr id="16" name="background colour">
              <a:extLst>
                <a:ext uri="{FF2B5EF4-FFF2-40B4-BE49-F238E27FC236}">
                  <a16:creationId xmlns:a16="http://schemas.microsoft.com/office/drawing/2014/main" id="{BA1EC0A4-C44E-A792-B52B-A43D7EF8C7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2240" y="1712913"/>
              <a:ext cx="2534400" cy="4411853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1" name="triangle pattern">
              <a:extLst>
                <a:ext uri="{FF2B5EF4-FFF2-40B4-BE49-F238E27FC236}">
                  <a16:creationId xmlns:a16="http://schemas.microsoft.com/office/drawing/2014/main" id="{F7E6D253-D4CF-E9ED-73E7-BACEB7E3B48E}"/>
                </a:ext>
              </a:extLst>
            </p:cNvPr>
            <p:cNvPicPr preferRelativeResize="0"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2240" y="1712913"/>
              <a:ext cx="2534400" cy="4413600"/>
            </a:xfrm>
            <a:prstGeom prst="rect">
              <a:avLst/>
            </a:prstGeom>
          </p:spPr>
        </p:pic>
      </p:grpSp>
      <p:sp>
        <p:nvSpPr>
          <p:cNvPr id="174" name="contact details placeholder 04">
            <a:extLst>
              <a:ext uri="{FF2B5EF4-FFF2-40B4-BE49-F238E27FC236}">
                <a16:creationId xmlns:a16="http://schemas.microsoft.com/office/drawing/2014/main" id="{24A69A31-AE8C-43D4-638D-9886058492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 hasCustomPrompt="1"/>
          </p:nvPr>
        </p:nvSpPr>
        <p:spPr>
          <a:xfrm>
            <a:off x="9352577" y="4566759"/>
            <a:ext cx="2174400" cy="1202400"/>
          </a:xfrm>
          <a:prstGeom prst="rect">
            <a:avLst/>
          </a:prstGeom>
        </p:spPr>
        <p:txBody>
          <a:bodyPr/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</p:txBody>
      </p:sp>
      <p:sp>
        <p:nvSpPr>
          <p:cNvPr id="175" name="role placeholder_04">
            <a:extLst>
              <a:ext uri="{FF2B5EF4-FFF2-40B4-BE49-F238E27FC236}">
                <a16:creationId xmlns:a16="http://schemas.microsoft.com/office/drawing/2014/main" id="{FB05C37F-EEA1-0D17-1179-5C9059BC8E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 hasCustomPrompt="1"/>
          </p:nvPr>
        </p:nvSpPr>
        <p:spPr>
          <a:xfrm>
            <a:off x="9352577" y="4172042"/>
            <a:ext cx="2174400" cy="200055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3"/>
            <a:r>
              <a:rPr lang="en-US"/>
              <a:t>Role</a:t>
            </a:r>
          </a:p>
        </p:txBody>
      </p:sp>
      <p:sp>
        <p:nvSpPr>
          <p:cNvPr id="176" name="name placeholder 04">
            <a:extLst>
              <a:ext uri="{FF2B5EF4-FFF2-40B4-BE49-F238E27FC236}">
                <a16:creationId xmlns:a16="http://schemas.microsoft.com/office/drawing/2014/main" id="{2A2D74E0-4BDB-DDD9-26DD-3870DAC157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 hasCustomPrompt="1"/>
          </p:nvPr>
        </p:nvSpPr>
        <p:spPr>
          <a:xfrm>
            <a:off x="9352577" y="3849993"/>
            <a:ext cx="2174400" cy="246221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1"/>
            <a:r>
              <a:rPr lang="en-US"/>
              <a:t>Name</a:t>
            </a:r>
          </a:p>
        </p:txBody>
      </p:sp>
      <p:sp>
        <p:nvSpPr>
          <p:cNvPr id="177" name="picture placeholder_04">
            <a:extLst>
              <a:ext uri="{FF2B5EF4-FFF2-40B4-BE49-F238E27FC236}">
                <a16:creationId xmlns:a16="http://schemas.microsoft.com/office/drawing/2014/main" id="{D79F3588-2C7B-E40A-259A-9834EC978E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 hasCustomPrompt="1"/>
          </p:nvPr>
        </p:nvSpPr>
        <p:spPr>
          <a:xfrm>
            <a:off x="9719777" y="2080800"/>
            <a:ext cx="1440000" cy="1440000"/>
          </a:xfrm>
          <a:prstGeom prst="ellipse">
            <a:avLst/>
          </a:prstGeom>
          <a:solidFill>
            <a:srgbClr val="F2F2F2"/>
          </a:solidFill>
          <a:ln w="3600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18" name="contact details placeholder 03">
            <a:extLst>
              <a:ext uri="{FF2B5EF4-FFF2-40B4-BE49-F238E27FC236}">
                <a16:creationId xmlns:a16="http://schemas.microsoft.com/office/drawing/2014/main" id="{CD8980D1-B188-C5FF-53DA-5861089F12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 hasCustomPrompt="1"/>
          </p:nvPr>
        </p:nvSpPr>
        <p:spPr>
          <a:xfrm>
            <a:off x="6455798" y="4566759"/>
            <a:ext cx="2174400" cy="1202400"/>
          </a:xfrm>
          <a:prstGeom prst="rect">
            <a:avLst/>
          </a:prstGeom>
        </p:spPr>
        <p:txBody>
          <a:bodyPr/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</p:txBody>
      </p:sp>
      <p:sp>
        <p:nvSpPr>
          <p:cNvPr id="19" name="role placeholder_03">
            <a:extLst>
              <a:ext uri="{FF2B5EF4-FFF2-40B4-BE49-F238E27FC236}">
                <a16:creationId xmlns:a16="http://schemas.microsoft.com/office/drawing/2014/main" id="{861DB171-620D-5833-A6E6-C273ABEB6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 hasCustomPrompt="1"/>
          </p:nvPr>
        </p:nvSpPr>
        <p:spPr>
          <a:xfrm>
            <a:off x="6455798" y="4172042"/>
            <a:ext cx="2174400" cy="200055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3"/>
            <a:r>
              <a:rPr lang="en-US"/>
              <a:t>Role</a:t>
            </a:r>
          </a:p>
        </p:txBody>
      </p:sp>
      <p:sp>
        <p:nvSpPr>
          <p:cNvPr id="20" name="name placeholder 03">
            <a:extLst>
              <a:ext uri="{FF2B5EF4-FFF2-40B4-BE49-F238E27FC236}">
                <a16:creationId xmlns:a16="http://schemas.microsoft.com/office/drawing/2014/main" id="{859F33DC-BA29-18B3-1CA2-5B801E1270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 hasCustomPrompt="1"/>
          </p:nvPr>
        </p:nvSpPr>
        <p:spPr>
          <a:xfrm>
            <a:off x="6455798" y="3849993"/>
            <a:ext cx="2174400" cy="246221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1"/>
            <a:r>
              <a:rPr lang="en-US"/>
              <a:t>Name</a:t>
            </a:r>
          </a:p>
        </p:txBody>
      </p:sp>
      <p:sp>
        <p:nvSpPr>
          <p:cNvPr id="21" name="picture placeholder_03">
            <a:extLst>
              <a:ext uri="{FF2B5EF4-FFF2-40B4-BE49-F238E27FC236}">
                <a16:creationId xmlns:a16="http://schemas.microsoft.com/office/drawing/2014/main" id="{42577BA0-3AA0-3C6B-9AAE-14790D76CB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6822998" y="2080800"/>
            <a:ext cx="1440000" cy="1440000"/>
          </a:xfrm>
          <a:prstGeom prst="ellipse">
            <a:avLst/>
          </a:prstGeom>
          <a:solidFill>
            <a:srgbClr val="F2F2F2"/>
          </a:solidFill>
          <a:ln w="3600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2" name="contact details placeholder 02">
            <a:extLst>
              <a:ext uri="{FF2B5EF4-FFF2-40B4-BE49-F238E27FC236}">
                <a16:creationId xmlns:a16="http://schemas.microsoft.com/office/drawing/2014/main" id="{28F76D2F-D05D-C377-4D3A-98382C1383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 hasCustomPrompt="1"/>
          </p:nvPr>
        </p:nvSpPr>
        <p:spPr>
          <a:xfrm>
            <a:off x="3559019" y="4575033"/>
            <a:ext cx="2174400" cy="1202400"/>
          </a:xfrm>
          <a:prstGeom prst="rect">
            <a:avLst/>
          </a:prstGeom>
        </p:spPr>
        <p:txBody>
          <a:bodyPr/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</p:txBody>
      </p:sp>
      <p:sp>
        <p:nvSpPr>
          <p:cNvPr id="23" name="role placeholder_02">
            <a:extLst>
              <a:ext uri="{FF2B5EF4-FFF2-40B4-BE49-F238E27FC236}">
                <a16:creationId xmlns:a16="http://schemas.microsoft.com/office/drawing/2014/main" id="{BCB04FFA-4BF1-11EF-DB1A-04E7E72B63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 hasCustomPrompt="1"/>
          </p:nvPr>
        </p:nvSpPr>
        <p:spPr>
          <a:xfrm>
            <a:off x="3559019" y="4180316"/>
            <a:ext cx="2174400" cy="200055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3"/>
            <a:r>
              <a:rPr lang="en-US"/>
              <a:t>Role</a:t>
            </a:r>
          </a:p>
        </p:txBody>
      </p:sp>
      <p:sp>
        <p:nvSpPr>
          <p:cNvPr id="24" name="name placeholder 02">
            <a:extLst>
              <a:ext uri="{FF2B5EF4-FFF2-40B4-BE49-F238E27FC236}">
                <a16:creationId xmlns:a16="http://schemas.microsoft.com/office/drawing/2014/main" id="{536BB007-4F60-39C3-165C-EFFDCE71AA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 hasCustomPrompt="1"/>
          </p:nvPr>
        </p:nvSpPr>
        <p:spPr>
          <a:xfrm>
            <a:off x="3559019" y="3858267"/>
            <a:ext cx="2174400" cy="246221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1"/>
            <a:r>
              <a:rPr lang="en-US"/>
              <a:t>Name</a:t>
            </a:r>
          </a:p>
        </p:txBody>
      </p:sp>
      <p:sp>
        <p:nvSpPr>
          <p:cNvPr id="25" name="picture placeholder_02">
            <a:extLst>
              <a:ext uri="{FF2B5EF4-FFF2-40B4-BE49-F238E27FC236}">
                <a16:creationId xmlns:a16="http://schemas.microsoft.com/office/drawing/2014/main" id="{5B7DD683-1971-B0E4-767A-97E5DDA7B2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7" hasCustomPrompt="1"/>
          </p:nvPr>
        </p:nvSpPr>
        <p:spPr>
          <a:xfrm>
            <a:off x="3926219" y="2089074"/>
            <a:ext cx="1440000" cy="1440000"/>
          </a:xfrm>
          <a:prstGeom prst="ellipse">
            <a:avLst/>
          </a:prstGeom>
          <a:solidFill>
            <a:srgbClr val="F2F2F2"/>
          </a:solidFill>
          <a:ln w="3600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6" name="contact details placeholder 01">
            <a:extLst>
              <a:ext uri="{FF2B5EF4-FFF2-40B4-BE49-F238E27FC236}">
                <a16:creationId xmlns:a16="http://schemas.microsoft.com/office/drawing/2014/main" id="{F3DC041D-F6FD-7127-3B00-F06DDEBC1C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662240" y="4566759"/>
            <a:ext cx="2174400" cy="1202400"/>
          </a:xfrm>
          <a:prstGeom prst="rect">
            <a:avLst/>
          </a:prstGeom>
        </p:spPr>
        <p:txBody>
          <a:bodyPr/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</p:txBody>
      </p:sp>
      <p:sp>
        <p:nvSpPr>
          <p:cNvPr id="27" name="role placeholder_01">
            <a:extLst>
              <a:ext uri="{FF2B5EF4-FFF2-40B4-BE49-F238E27FC236}">
                <a16:creationId xmlns:a16="http://schemas.microsoft.com/office/drawing/2014/main" id="{E5134476-BFE2-0C41-CE3D-55EEF0DC8E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 hasCustomPrompt="1"/>
          </p:nvPr>
        </p:nvSpPr>
        <p:spPr>
          <a:xfrm>
            <a:off x="662240" y="4172042"/>
            <a:ext cx="2174400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3"/>
            <a:r>
              <a:rPr lang="en-US"/>
              <a:t>Role</a:t>
            </a:r>
          </a:p>
        </p:txBody>
      </p:sp>
      <p:sp>
        <p:nvSpPr>
          <p:cNvPr id="28" name="name placeholder 01">
            <a:extLst>
              <a:ext uri="{FF2B5EF4-FFF2-40B4-BE49-F238E27FC236}">
                <a16:creationId xmlns:a16="http://schemas.microsoft.com/office/drawing/2014/main" id="{0206759D-40E3-04BC-074B-2AE420B32B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662240" y="3849993"/>
            <a:ext cx="2174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1300" b="0">
                <a:solidFill>
                  <a:schemeClr val="tx2"/>
                </a:solidFill>
              </a:defRPr>
            </a:lvl1pPr>
            <a:lvl2pPr marL="0" indent="0" algn="ctr" defTabSz="0">
              <a:buFontTx/>
              <a:buNone/>
              <a:defRPr sz="1600" b="1">
                <a:solidFill>
                  <a:schemeClr val="accent1"/>
                </a:solidFill>
              </a:defRPr>
            </a:lvl2pPr>
            <a:lvl3pPr marL="0" indent="0" algn="ctr" defTabSz="0">
              <a:buFontTx/>
              <a:buNone/>
              <a:defRPr sz="1300" b="1">
                <a:solidFill>
                  <a:schemeClr val="accent1"/>
                </a:solidFill>
              </a:defRPr>
            </a:lvl3pPr>
            <a:lvl4pPr marL="0" indent="0" algn="ctr" defTabSz="0">
              <a:buFontTx/>
              <a:buNone/>
              <a:defRPr sz="1300" b="1">
                <a:solidFill>
                  <a:schemeClr val="tx2"/>
                </a:solidFill>
              </a:defRPr>
            </a:lvl4pPr>
            <a:lvl5pPr marL="0" indent="0" algn="ctr" defTabSz="0">
              <a:buFontTx/>
              <a:buNone/>
              <a:defRPr sz="1300" b="1">
                <a:solidFill>
                  <a:schemeClr val="accent2"/>
                </a:solidFill>
              </a:defRPr>
            </a:lvl5pPr>
            <a:lvl6pPr marL="0" indent="0" algn="ctr" defTabSz="0">
              <a:buFontTx/>
              <a:buNone/>
              <a:defRPr sz="1300">
                <a:solidFill>
                  <a:schemeClr val="accent2"/>
                </a:solidFill>
              </a:defRPr>
            </a:lvl6pPr>
            <a:lvl7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7pPr>
            <a:lvl8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8pPr>
            <a:lvl9pPr marL="0" indent="0" algn="ctr" defTabSz="0">
              <a:buFontTx/>
              <a:buNone/>
              <a:defRPr sz="1300" b="0">
                <a:solidFill>
                  <a:schemeClr val="tx2"/>
                </a:solidFill>
              </a:defRPr>
            </a:lvl9pPr>
          </a:lstStyle>
          <a:p>
            <a:pPr lvl="1"/>
            <a:r>
              <a:rPr lang="en-US"/>
              <a:t>Name</a:t>
            </a:r>
          </a:p>
        </p:txBody>
      </p:sp>
      <p:sp>
        <p:nvSpPr>
          <p:cNvPr id="29" name="picture placeholder_01">
            <a:extLst>
              <a:ext uri="{FF2B5EF4-FFF2-40B4-BE49-F238E27FC236}">
                <a16:creationId xmlns:a16="http://schemas.microsoft.com/office/drawing/2014/main" id="{3206DC98-D93A-9EE3-215E-A31976C531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 hasCustomPrompt="1"/>
          </p:nvPr>
        </p:nvSpPr>
        <p:spPr>
          <a:xfrm>
            <a:off x="1029440" y="2080800"/>
            <a:ext cx="1440000" cy="1440000"/>
          </a:xfrm>
          <a:prstGeom prst="ellipse">
            <a:avLst/>
          </a:prstGeom>
          <a:solidFill>
            <a:srgbClr val="F2F2F2"/>
          </a:solidFill>
          <a:ln w="3600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687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s 10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# placeholder">
            <a:extLst>
              <a:ext uri="{FF2B5EF4-FFF2-40B4-BE49-F238E27FC236}">
                <a16:creationId xmlns:a16="http://schemas.microsoft.com/office/drawing/2014/main" id="{D8CBE0F5-E06C-7E42-08A1-E8BB34A904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8" name="text placeholder_10">
            <a:extLst>
              <a:ext uri="{FF2B5EF4-FFF2-40B4-BE49-F238E27FC236}">
                <a16:creationId xmlns:a16="http://schemas.microsoft.com/office/drawing/2014/main" id="{E385F5DC-6284-2BB4-FF17-EE214DABF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0"/>
          </p:nvPr>
        </p:nvSpPr>
        <p:spPr>
          <a:xfrm>
            <a:off x="96081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20" name="picture placeholder_10">
            <a:extLst>
              <a:ext uri="{FF2B5EF4-FFF2-40B4-BE49-F238E27FC236}">
                <a16:creationId xmlns:a16="http://schemas.microsoft.com/office/drawing/2014/main" id="{B0D9A43F-E685-CDEF-4845-9B84395EC3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 hasCustomPrompt="1"/>
          </p:nvPr>
        </p:nvSpPr>
        <p:spPr>
          <a:xfrm>
            <a:off x="9608177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7" name="text placeholder_09">
            <a:extLst>
              <a:ext uri="{FF2B5EF4-FFF2-40B4-BE49-F238E27FC236}">
                <a16:creationId xmlns:a16="http://schemas.microsoft.com/office/drawing/2014/main" id="{85FB4AFC-B1C7-2317-680C-6C6D8D9898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9"/>
          </p:nvPr>
        </p:nvSpPr>
        <p:spPr>
          <a:xfrm>
            <a:off x="73275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8" name="picture placeholder_09">
            <a:extLst>
              <a:ext uri="{FF2B5EF4-FFF2-40B4-BE49-F238E27FC236}">
                <a16:creationId xmlns:a16="http://schemas.microsoft.com/office/drawing/2014/main" id="{56F870AF-A866-2135-934B-5877C7CB0B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7327578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10" name="text placeholder_08">
            <a:extLst>
              <a:ext uri="{FF2B5EF4-FFF2-40B4-BE49-F238E27FC236}">
                <a16:creationId xmlns:a16="http://schemas.microsoft.com/office/drawing/2014/main" id="{C77570EB-E61F-817B-16CB-FAD502CBC8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8"/>
          </p:nvPr>
        </p:nvSpPr>
        <p:spPr>
          <a:xfrm>
            <a:off x="50469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7" name="picture placeholder_08">
            <a:extLst>
              <a:ext uri="{FF2B5EF4-FFF2-40B4-BE49-F238E27FC236}">
                <a16:creationId xmlns:a16="http://schemas.microsoft.com/office/drawing/2014/main" id="{FB7F5EFB-2A65-0686-39DB-3F6F358987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5046977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14" name="text placeholder_07">
            <a:extLst>
              <a:ext uri="{FF2B5EF4-FFF2-40B4-BE49-F238E27FC236}">
                <a16:creationId xmlns:a16="http://schemas.microsoft.com/office/drawing/2014/main" id="{6578C802-F015-1847-4153-E20EE4CDC0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7"/>
          </p:nvPr>
        </p:nvSpPr>
        <p:spPr>
          <a:xfrm>
            <a:off x="27663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6" name="picture placeholder_07">
            <a:extLst>
              <a:ext uri="{FF2B5EF4-FFF2-40B4-BE49-F238E27FC236}">
                <a16:creationId xmlns:a16="http://schemas.microsoft.com/office/drawing/2014/main" id="{DD3F8BDF-1AE5-9E33-EEB5-B6387D627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2766376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1" name="text placeholder_06">
            <a:extLst>
              <a:ext uri="{FF2B5EF4-FFF2-40B4-BE49-F238E27FC236}">
                <a16:creationId xmlns:a16="http://schemas.microsoft.com/office/drawing/2014/main" id="{D5454274-050E-A0CD-9A28-0ED675087D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6"/>
          </p:nvPr>
        </p:nvSpPr>
        <p:spPr>
          <a:xfrm>
            <a:off x="4857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5" name="picture placeholder_06">
            <a:extLst>
              <a:ext uri="{FF2B5EF4-FFF2-40B4-BE49-F238E27FC236}">
                <a16:creationId xmlns:a16="http://schemas.microsoft.com/office/drawing/2014/main" id="{5AF65E1A-92D5-8597-8C2C-56CB54A3DE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 hasCustomPrompt="1"/>
          </p:nvPr>
        </p:nvSpPr>
        <p:spPr>
          <a:xfrm>
            <a:off x="485775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2" name="text placeholder_05">
            <a:extLst>
              <a:ext uri="{FF2B5EF4-FFF2-40B4-BE49-F238E27FC236}">
                <a16:creationId xmlns:a16="http://schemas.microsoft.com/office/drawing/2014/main" id="{15D31710-AC8F-81EE-F111-FFAC6F6AAF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/>
          </p:nvPr>
        </p:nvSpPr>
        <p:spPr>
          <a:xfrm>
            <a:off x="96081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9" name="picture placeholder_05">
            <a:extLst>
              <a:ext uri="{FF2B5EF4-FFF2-40B4-BE49-F238E27FC236}">
                <a16:creationId xmlns:a16="http://schemas.microsoft.com/office/drawing/2014/main" id="{7687F2B0-D335-2718-7EBB-05117B8BFF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6" hasCustomPrompt="1"/>
          </p:nvPr>
        </p:nvSpPr>
        <p:spPr>
          <a:xfrm>
            <a:off x="9608177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3" name="text placeholder_04">
            <a:extLst>
              <a:ext uri="{FF2B5EF4-FFF2-40B4-BE49-F238E27FC236}">
                <a16:creationId xmlns:a16="http://schemas.microsoft.com/office/drawing/2014/main" id="{0D09EEAB-76E6-EA1E-692E-BBB93E10E4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/>
          </p:nvPr>
        </p:nvSpPr>
        <p:spPr>
          <a:xfrm>
            <a:off x="73275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3" name="picture placeholder_04">
            <a:extLst>
              <a:ext uri="{FF2B5EF4-FFF2-40B4-BE49-F238E27FC236}">
                <a16:creationId xmlns:a16="http://schemas.microsoft.com/office/drawing/2014/main" id="{24035E72-AF7F-64C6-6628-9326D79C3A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 hasCustomPrompt="1"/>
          </p:nvPr>
        </p:nvSpPr>
        <p:spPr>
          <a:xfrm>
            <a:off x="7327578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4" name="text placeholder_03">
            <a:extLst>
              <a:ext uri="{FF2B5EF4-FFF2-40B4-BE49-F238E27FC236}">
                <a16:creationId xmlns:a16="http://schemas.microsoft.com/office/drawing/2014/main" id="{6D829D32-03BA-7D97-2BB1-D66D1A9B0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50469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2" name="picture placeholder_03">
            <a:extLst>
              <a:ext uri="{FF2B5EF4-FFF2-40B4-BE49-F238E27FC236}">
                <a16:creationId xmlns:a16="http://schemas.microsoft.com/office/drawing/2014/main" id="{A1927413-9723-BBC5-2C54-9AD682C0FC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5046977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5" name="text placeholder_02">
            <a:extLst>
              <a:ext uri="{FF2B5EF4-FFF2-40B4-BE49-F238E27FC236}">
                <a16:creationId xmlns:a16="http://schemas.microsoft.com/office/drawing/2014/main" id="{E936A923-9109-BED6-D1D4-016B5824F9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/>
          </p:nvPr>
        </p:nvSpPr>
        <p:spPr>
          <a:xfrm>
            <a:off x="27663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9" name="picture placeholder_02">
            <a:extLst>
              <a:ext uri="{FF2B5EF4-FFF2-40B4-BE49-F238E27FC236}">
                <a16:creationId xmlns:a16="http://schemas.microsoft.com/office/drawing/2014/main" id="{8C4563EF-FBB9-E0A1-78DF-1E92992AC0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2766376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6" name="text placeholder_01">
            <a:extLst>
              <a:ext uri="{FF2B5EF4-FFF2-40B4-BE49-F238E27FC236}">
                <a16:creationId xmlns:a16="http://schemas.microsoft.com/office/drawing/2014/main" id="{6C21424D-6823-0DD5-169D-DB7029B06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857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3" name="picture placeholder_01">
            <a:extLst>
              <a:ext uri="{FF2B5EF4-FFF2-40B4-BE49-F238E27FC236}">
                <a16:creationId xmlns:a16="http://schemas.microsoft.com/office/drawing/2014/main" id="{FDE3A4B8-5665-72F9-FD93-F54498A36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485775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64595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dentials 9x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# placeholder">
            <a:extLst>
              <a:ext uri="{FF2B5EF4-FFF2-40B4-BE49-F238E27FC236}">
                <a16:creationId xmlns:a16="http://schemas.microsoft.com/office/drawing/2014/main" id="{9148C2D2-A113-09D1-B670-313BF81AC1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background">
            <a:extLst>
              <a:ext uri="{FF2B5EF4-FFF2-40B4-BE49-F238E27FC236}">
                <a16:creationId xmlns:a16="http://schemas.microsoft.com/office/drawing/2014/main" id="{0A332E95-64BD-CC13-80A6-DE21ED2F7E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6575" y="1725759"/>
            <a:ext cx="7356800" cy="4411852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8" name="background placeholder_09">
            <a:extLst>
              <a:ext uri="{FF2B5EF4-FFF2-40B4-BE49-F238E27FC236}">
                <a16:creationId xmlns:a16="http://schemas.microsoft.com/office/drawing/2014/main" id="{E920A6B9-7DF5-E7E0-9DD9-B6E55A177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1"/>
          </p:nvPr>
        </p:nvSpPr>
        <p:spPr>
          <a:xfrm>
            <a:off x="9309600" y="4712400"/>
            <a:ext cx="22140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59" name="background placeholder_08">
            <a:extLst>
              <a:ext uri="{FF2B5EF4-FFF2-40B4-BE49-F238E27FC236}">
                <a16:creationId xmlns:a16="http://schemas.microsoft.com/office/drawing/2014/main" id="{B4CEA29F-6A38-7BF8-622E-117388BBAB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2"/>
          </p:nvPr>
        </p:nvSpPr>
        <p:spPr>
          <a:xfrm>
            <a:off x="6917400" y="4712400"/>
            <a:ext cx="22140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60" name="background placeholder_07">
            <a:extLst>
              <a:ext uri="{FF2B5EF4-FFF2-40B4-BE49-F238E27FC236}">
                <a16:creationId xmlns:a16="http://schemas.microsoft.com/office/drawing/2014/main" id="{495648AD-3B3E-4C93-7BFA-E4781C586A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3"/>
          </p:nvPr>
        </p:nvSpPr>
        <p:spPr>
          <a:xfrm>
            <a:off x="4525200" y="4712400"/>
            <a:ext cx="22140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55" name="background placeholder_06">
            <a:extLst>
              <a:ext uri="{FF2B5EF4-FFF2-40B4-BE49-F238E27FC236}">
                <a16:creationId xmlns:a16="http://schemas.microsoft.com/office/drawing/2014/main" id="{7A2B75C6-84E4-C385-A0D1-8D5BF7FEDB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8"/>
          </p:nvPr>
        </p:nvSpPr>
        <p:spPr>
          <a:xfrm>
            <a:off x="9309600" y="3317270"/>
            <a:ext cx="22140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56" name="background placeholder_05">
            <a:extLst>
              <a:ext uri="{FF2B5EF4-FFF2-40B4-BE49-F238E27FC236}">
                <a16:creationId xmlns:a16="http://schemas.microsoft.com/office/drawing/2014/main" id="{4EB8921C-EFC2-1C96-AA56-D124D05F22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9"/>
          </p:nvPr>
        </p:nvSpPr>
        <p:spPr>
          <a:xfrm>
            <a:off x="6917400" y="3317270"/>
            <a:ext cx="22140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57" name="background placeholder_04">
            <a:extLst>
              <a:ext uri="{FF2B5EF4-FFF2-40B4-BE49-F238E27FC236}">
                <a16:creationId xmlns:a16="http://schemas.microsoft.com/office/drawing/2014/main" id="{1E135F4B-F72D-2C89-085D-5B2A7484D3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0"/>
          </p:nvPr>
        </p:nvSpPr>
        <p:spPr>
          <a:xfrm>
            <a:off x="4525200" y="3317270"/>
            <a:ext cx="22140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52" name="background placeholder_03">
            <a:extLst>
              <a:ext uri="{FF2B5EF4-FFF2-40B4-BE49-F238E27FC236}">
                <a16:creationId xmlns:a16="http://schemas.microsoft.com/office/drawing/2014/main" id="{3A18D565-A95D-DE3D-2124-A9180BE82D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/>
          </p:nvPr>
        </p:nvSpPr>
        <p:spPr>
          <a:xfrm>
            <a:off x="9309600" y="1922141"/>
            <a:ext cx="22140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53" name="background placeholder_02">
            <a:extLst>
              <a:ext uri="{FF2B5EF4-FFF2-40B4-BE49-F238E27FC236}">
                <a16:creationId xmlns:a16="http://schemas.microsoft.com/office/drawing/2014/main" id="{A7281BAD-A53B-A867-A8AA-7393CAE2B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6"/>
          </p:nvPr>
        </p:nvSpPr>
        <p:spPr>
          <a:xfrm>
            <a:off x="6917400" y="1922141"/>
            <a:ext cx="22140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54" name="background placeholder_01">
            <a:extLst>
              <a:ext uri="{FF2B5EF4-FFF2-40B4-BE49-F238E27FC236}">
                <a16:creationId xmlns:a16="http://schemas.microsoft.com/office/drawing/2014/main" id="{ED031403-1651-01C0-9604-9B43700967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7"/>
          </p:nvPr>
        </p:nvSpPr>
        <p:spPr>
          <a:xfrm>
            <a:off x="4525200" y="1922141"/>
            <a:ext cx="22140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51" name="logo placeholder_09">
            <a:extLst>
              <a:ext uri="{FF2B5EF4-FFF2-40B4-BE49-F238E27FC236}">
                <a16:creationId xmlns:a16="http://schemas.microsoft.com/office/drawing/2014/main" id="{283D8DCB-0BD0-2EB2-2C9E-3AA467CB32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4" hasCustomPrompt="1"/>
          </p:nvPr>
        </p:nvSpPr>
        <p:spPr>
          <a:xfrm>
            <a:off x="9489600" y="4892400"/>
            <a:ext cx="18540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50" name="logo placeholder_08">
            <a:extLst>
              <a:ext uri="{FF2B5EF4-FFF2-40B4-BE49-F238E27FC236}">
                <a16:creationId xmlns:a16="http://schemas.microsoft.com/office/drawing/2014/main" id="{A23B9211-559D-78AC-0C59-8A286B792D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3" hasCustomPrompt="1"/>
          </p:nvPr>
        </p:nvSpPr>
        <p:spPr>
          <a:xfrm>
            <a:off x="7097400" y="4892400"/>
            <a:ext cx="18540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49" name="logo placeholder_07">
            <a:extLst>
              <a:ext uri="{FF2B5EF4-FFF2-40B4-BE49-F238E27FC236}">
                <a16:creationId xmlns:a16="http://schemas.microsoft.com/office/drawing/2014/main" id="{43F85D2C-FC10-4A27-30C4-42EBF44DED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2" hasCustomPrompt="1"/>
          </p:nvPr>
        </p:nvSpPr>
        <p:spPr>
          <a:xfrm>
            <a:off x="4705200" y="4892400"/>
            <a:ext cx="18540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45" name="logo placeholder_06">
            <a:extLst>
              <a:ext uri="{FF2B5EF4-FFF2-40B4-BE49-F238E27FC236}">
                <a16:creationId xmlns:a16="http://schemas.microsoft.com/office/drawing/2014/main" id="{59B5F920-A695-E020-69C4-997975797B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1" hasCustomPrompt="1"/>
          </p:nvPr>
        </p:nvSpPr>
        <p:spPr>
          <a:xfrm>
            <a:off x="9489600" y="3497270"/>
            <a:ext cx="18540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44" name="logo placeholder_05">
            <a:extLst>
              <a:ext uri="{FF2B5EF4-FFF2-40B4-BE49-F238E27FC236}">
                <a16:creationId xmlns:a16="http://schemas.microsoft.com/office/drawing/2014/main" id="{7C3EFE0F-363D-E808-C8BB-AE82E6B794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 hasCustomPrompt="1"/>
          </p:nvPr>
        </p:nvSpPr>
        <p:spPr>
          <a:xfrm>
            <a:off x="7097400" y="3497270"/>
            <a:ext cx="18540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43" name="logo placeholder_04">
            <a:extLst>
              <a:ext uri="{FF2B5EF4-FFF2-40B4-BE49-F238E27FC236}">
                <a16:creationId xmlns:a16="http://schemas.microsoft.com/office/drawing/2014/main" id="{EBD15D9A-68A8-CECF-1FF4-89457BBCE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9" hasCustomPrompt="1"/>
          </p:nvPr>
        </p:nvSpPr>
        <p:spPr>
          <a:xfrm>
            <a:off x="4705200" y="3497270"/>
            <a:ext cx="18540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7" name="logo placeholder_03">
            <a:extLst>
              <a:ext uri="{FF2B5EF4-FFF2-40B4-BE49-F238E27FC236}">
                <a16:creationId xmlns:a16="http://schemas.microsoft.com/office/drawing/2014/main" id="{8C50384C-5FF2-37E0-8179-2D35B1E8E8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 hasCustomPrompt="1"/>
          </p:nvPr>
        </p:nvSpPr>
        <p:spPr>
          <a:xfrm>
            <a:off x="9489600" y="2102141"/>
            <a:ext cx="18540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6" name="logo placeholder_02">
            <a:extLst>
              <a:ext uri="{FF2B5EF4-FFF2-40B4-BE49-F238E27FC236}">
                <a16:creationId xmlns:a16="http://schemas.microsoft.com/office/drawing/2014/main" id="{6AD80636-8BA4-A61B-8989-AF19E4E3D3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7" hasCustomPrompt="1"/>
          </p:nvPr>
        </p:nvSpPr>
        <p:spPr>
          <a:xfrm>
            <a:off x="7097400" y="2102141"/>
            <a:ext cx="18540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5" name="logo placeholder_01">
            <a:extLst>
              <a:ext uri="{FF2B5EF4-FFF2-40B4-BE49-F238E27FC236}">
                <a16:creationId xmlns:a16="http://schemas.microsoft.com/office/drawing/2014/main" id="{FD8B2695-C251-89EA-2471-841B43C770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6" hasCustomPrompt="1"/>
          </p:nvPr>
        </p:nvSpPr>
        <p:spPr>
          <a:xfrm>
            <a:off x="4705200" y="2102141"/>
            <a:ext cx="18540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1947B145-1F56-C107-58D6-4B46C9728E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85776" y="1712913"/>
            <a:ext cx="3499200" cy="44118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3028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2" pos="4943">
          <p15:clr>
            <a:srgbClr val="FBAE40"/>
          </p15:clr>
        </p15:guide>
        <p15:guide id="3" pos="2510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dentials 1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# placeholder">
            <a:extLst>
              <a:ext uri="{FF2B5EF4-FFF2-40B4-BE49-F238E27FC236}">
                <a16:creationId xmlns:a16="http://schemas.microsoft.com/office/drawing/2014/main" id="{C00F870D-739F-792D-D16E-54C5AAB576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background">
            <a:extLst>
              <a:ext uri="{FF2B5EF4-FFF2-40B4-BE49-F238E27FC236}">
                <a16:creationId xmlns:a16="http://schemas.microsoft.com/office/drawing/2014/main" id="{92B5C748-BCB5-D118-4EEC-3F0260DC54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6" y="1712913"/>
            <a:ext cx="11218862" cy="4416424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NL"/>
          </a:p>
        </p:txBody>
      </p:sp>
      <p:sp>
        <p:nvSpPr>
          <p:cNvPr id="45" name="background placeholder_12">
            <a:extLst>
              <a:ext uri="{FF2B5EF4-FFF2-40B4-BE49-F238E27FC236}">
                <a16:creationId xmlns:a16="http://schemas.microsoft.com/office/drawing/2014/main" id="{A4D4A760-D50F-F3DD-DFB2-8CCB0772A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9"/>
          </p:nvPr>
        </p:nvSpPr>
        <p:spPr>
          <a:xfrm>
            <a:off x="8942400" y="471240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4" name="background placeholder_11">
            <a:extLst>
              <a:ext uri="{FF2B5EF4-FFF2-40B4-BE49-F238E27FC236}">
                <a16:creationId xmlns:a16="http://schemas.microsoft.com/office/drawing/2014/main" id="{090648C3-6D91-325D-30EA-DFBD61D3F4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8"/>
          </p:nvPr>
        </p:nvSpPr>
        <p:spPr>
          <a:xfrm>
            <a:off x="6183600" y="471240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3" name="background placeholder_10">
            <a:extLst>
              <a:ext uri="{FF2B5EF4-FFF2-40B4-BE49-F238E27FC236}">
                <a16:creationId xmlns:a16="http://schemas.microsoft.com/office/drawing/2014/main" id="{0F9BDA56-6C21-F3DC-D2BB-2DAC0B2C78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7"/>
          </p:nvPr>
        </p:nvSpPr>
        <p:spPr>
          <a:xfrm>
            <a:off x="3424800" y="471240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4" name="background placeholder_09">
            <a:extLst>
              <a:ext uri="{FF2B5EF4-FFF2-40B4-BE49-F238E27FC236}">
                <a16:creationId xmlns:a16="http://schemas.microsoft.com/office/drawing/2014/main" id="{B594C125-6FFB-079A-60A7-3593163156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1"/>
          </p:nvPr>
        </p:nvSpPr>
        <p:spPr>
          <a:xfrm>
            <a:off x="666000" y="471240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5" name="background placeholder_08">
            <a:extLst>
              <a:ext uri="{FF2B5EF4-FFF2-40B4-BE49-F238E27FC236}">
                <a16:creationId xmlns:a16="http://schemas.microsoft.com/office/drawing/2014/main" id="{236DD4A2-A7EC-901A-A3CE-70A1658A43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2"/>
          </p:nvPr>
        </p:nvSpPr>
        <p:spPr>
          <a:xfrm>
            <a:off x="8942400" y="3335974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6" name="background placeholder_07">
            <a:extLst>
              <a:ext uri="{FF2B5EF4-FFF2-40B4-BE49-F238E27FC236}">
                <a16:creationId xmlns:a16="http://schemas.microsoft.com/office/drawing/2014/main" id="{6A1DA5ED-A8BF-7FA3-431F-C87BA24F45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3"/>
          </p:nvPr>
        </p:nvSpPr>
        <p:spPr>
          <a:xfrm>
            <a:off x="6183600" y="3335974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7" name="background placeholder_06">
            <a:extLst>
              <a:ext uri="{FF2B5EF4-FFF2-40B4-BE49-F238E27FC236}">
                <a16:creationId xmlns:a16="http://schemas.microsoft.com/office/drawing/2014/main" id="{09A8B360-CCD0-8019-B60E-21494FA899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8"/>
          </p:nvPr>
        </p:nvSpPr>
        <p:spPr>
          <a:xfrm>
            <a:off x="3424800" y="331727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8" name="background placeholder_05">
            <a:extLst>
              <a:ext uri="{FF2B5EF4-FFF2-40B4-BE49-F238E27FC236}">
                <a16:creationId xmlns:a16="http://schemas.microsoft.com/office/drawing/2014/main" id="{091AC9A8-6441-A0BC-0FC0-B5949F59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9"/>
          </p:nvPr>
        </p:nvSpPr>
        <p:spPr>
          <a:xfrm>
            <a:off x="666000" y="331727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9" name="background placeholder_04">
            <a:extLst>
              <a:ext uri="{FF2B5EF4-FFF2-40B4-BE49-F238E27FC236}">
                <a16:creationId xmlns:a16="http://schemas.microsoft.com/office/drawing/2014/main" id="{3C1DF5B4-DCCF-DED6-1CB5-F33FEDDF9F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0"/>
          </p:nvPr>
        </p:nvSpPr>
        <p:spPr>
          <a:xfrm>
            <a:off x="8942400" y="192240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0" name="background placeholder_03">
            <a:extLst>
              <a:ext uri="{FF2B5EF4-FFF2-40B4-BE49-F238E27FC236}">
                <a16:creationId xmlns:a16="http://schemas.microsoft.com/office/drawing/2014/main" id="{24448AAA-720E-607F-BF91-5DCEA97757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4"/>
          </p:nvPr>
        </p:nvSpPr>
        <p:spPr>
          <a:xfrm>
            <a:off x="6183600" y="192240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1" name="background placeholder_02">
            <a:extLst>
              <a:ext uri="{FF2B5EF4-FFF2-40B4-BE49-F238E27FC236}">
                <a16:creationId xmlns:a16="http://schemas.microsoft.com/office/drawing/2014/main" id="{EB289681-7BF2-719F-3B43-9FAEBEB3F5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5"/>
          </p:nvPr>
        </p:nvSpPr>
        <p:spPr>
          <a:xfrm>
            <a:off x="3424800" y="192240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2" name="background placeholder_01">
            <a:extLst>
              <a:ext uri="{FF2B5EF4-FFF2-40B4-BE49-F238E27FC236}">
                <a16:creationId xmlns:a16="http://schemas.microsoft.com/office/drawing/2014/main" id="{1BB70EC4-0219-3696-6133-BAC7C8AC2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6"/>
          </p:nvPr>
        </p:nvSpPr>
        <p:spPr>
          <a:xfrm>
            <a:off x="666000" y="1922400"/>
            <a:ext cx="2581200" cy="1231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0" indent="0">
              <a:buNone/>
              <a:defRPr sz="800">
                <a:solidFill>
                  <a:schemeClr val="bg1"/>
                </a:solidFill>
              </a:defRPr>
            </a:lvl3pPr>
            <a:lvl4pPr marL="0" indent="0">
              <a:buNone/>
              <a:defRPr sz="8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3" name="logo placeholder_12">
            <a:extLst>
              <a:ext uri="{FF2B5EF4-FFF2-40B4-BE49-F238E27FC236}">
                <a16:creationId xmlns:a16="http://schemas.microsoft.com/office/drawing/2014/main" id="{ECD6DC9A-4431-F58B-7EC8-F61CD58490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7" hasCustomPrompt="1"/>
          </p:nvPr>
        </p:nvSpPr>
        <p:spPr>
          <a:xfrm>
            <a:off x="9122400" y="489960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31" name="logo placeholder_11">
            <a:extLst>
              <a:ext uri="{FF2B5EF4-FFF2-40B4-BE49-F238E27FC236}">
                <a16:creationId xmlns:a16="http://schemas.microsoft.com/office/drawing/2014/main" id="{DDBEE32C-2949-419A-C089-FF50F6DAF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6" hasCustomPrompt="1"/>
          </p:nvPr>
        </p:nvSpPr>
        <p:spPr>
          <a:xfrm>
            <a:off x="6363600" y="489960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9" name="logo placeholder_10">
            <a:extLst>
              <a:ext uri="{FF2B5EF4-FFF2-40B4-BE49-F238E27FC236}">
                <a16:creationId xmlns:a16="http://schemas.microsoft.com/office/drawing/2014/main" id="{54E2CDCF-518E-08F6-674B-485A2E540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5" hasCustomPrompt="1"/>
          </p:nvPr>
        </p:nvSpPr>
        <p:spPr>
          <a:xfrm>
            <a:off x="3604800" y="489960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18" name="logo placeholder_09">
            <a:extLst>
              <a:ext uri="{FF2B5EF4-FFF2-40B4-BE49-F238E27FC236}">
                <a16:creationId xmlns:a16="http://schemas.microsoft.com/office/drawing/2014/main" id="{D620C729-A9E0-7D8A-DD44-E7C87F4268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4" hasCustomPrompt="1"/>
          </p:nvPr>
        </p:nvSpPr>
        <p:spPr>
          <a:xfrm>
            <a:off x="846000" y="489960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19" name="logo placeholder_08">
            <a:extLst>
              <a:ext uri="{FF2B5EF4-FFF2-40B4-BE49-F238E27FC236}">
                <a16:creationId xmlns:a16="http://schemas.microsoft.com/office/drawing/2014/main" id="{EFFD9E57-A2BD-B800-2B89-A54E13BFBA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3" hasCustomPrompt="1"/>
          </p:nvPr>
        </p:nvSpPr>
        <p:spPr>
          <a:xfrm>
            <a:off x="9122400" y="3474298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0" name="logo placeholder_07">
            <a:extLst>
              <a:ext uri="{FF2B5EF4-FFF2-40B4-BE49-F238E27FC236}">
                <a16:creationId xmlns:a16="http://schemas.microsoft.com/office/drawing/2014/main" id="{2F962053-9660-31EC-3C19-A000E63F77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2" hasCustomPrompt="1"/>
          </p:nvPr>
        </p:nvSpPr>
        <p:spPr>
          <a:xfrm>
            <a:off x="6363600" y="3513341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1" name="logo placeholder_06">
            <a:extLst>
              <a:ext uri="{FF2B5EF4-FFF2-40B4-BE49-F238E27FC236}">
                <a16:creationId xmlns:a16="http://schemas.microsoft.com/office/drawing/2014/main" id="{E4DDE466-EFB6-EE9F-6BED-A04D46C7BD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1" hasCustomPrompt="1"/>
          </p:nvPr>
        </p:nvSpPr>
        <p:spPr>
          <a:xfrm>
            <a:off x="3604800" y="349727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2" name="logo placeholder_05">
            <a:extLst>
              <a:ext uri="{FF2B5EF4-FFF2-40B4-BE49-F238E27FC236}">
                <a16:creationId xmlns:a16="http://schemas.microsoft.com/office/drawing/2014/main" id="{8C1992A3-EAFF-A981-34D4-44325F45F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 hasCustomPrompt="1"/>
          </p:nvPr>
        </p:nvSpPr>
        <p:spPr>
          <a:xfrm>
            <a:off x="846000" y="348660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3" name="logo placeholder_04">
            <a:extLst>
              <a:ext uri="{FF2B5EF4-FFF2-40B4-BE49-F238E27FC236}">
                <a16:creationId xmlns:a16="http://schemas.microsoft.com/office/drawing/2014/main" id="{63C2444D-9CCA-1295-31C4-7D4879FAF2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9" hasCustomPrompt="1"/>
          </p:nvPr>
        </p:nvSpPr>
        <p:spPr>
          <a:xfrm>
            <a:off x="9122400" y="207360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4" name="logo placeholder_03">
            <a:extLst>
              <a:ext uri="{FF2B5EF4-FFF2-40B4-BE49-F238E27FC236}">
                <a16:creationId xmlns:a16="http://schemas.microsoft.com/office/drawing/2014/main" id="{DD411008-A664-7227-2D0F-0B3026409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 hasCustomPrompt="1"/>
          </p:nvPr>
        </p:nvSpPr>
        <p:spPr>
          <a:xfrm>
            <a:off x="6363600" y="207360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5" name="logo placeholder_02">
            <a:extLst>
              <a:ext uri="{FF2B5EF4-FFF2-40B4-BE49-F238E27FC236}">
                <a16:creationId xmlns:a16="http://schemas.microsoft.com/office/drawing/2014/main" id="{DA4364E2-EE52-46FD-2A02-D42563C53A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7" hasCustomPrompt="1"/>
          </p:nvPr>
        </p:nvSpPr>
        <p:spPr>
          <a:xfrm>
            <a:off x="3604800" y="207360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26" name="logo placeholder_01">
            <a:extLst>
              <a:ext uri="{FF2B5EF4-FFF2-40B4-BE49-F238E27FC236}">
                <a16:creationId xmlns:a16="http://schemas.microsoft.com/office/drawing/2014/main" id="{22A19310-FBCA-CF76-B692-B86C97D6DC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6" hasCustomPrompt="1"/>
          </p:nvPr>
        </p:nvSpPr>
        <p:spPr>
          <a:xfrm>
            <a:off x="846000" y="2073600"/>
            <a:ext cx="2221200" cy="8712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marL="0" marR="0" lvl="0" indent="0" algn="ctr" defTabSz="27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270000" algn="l"/>
                <a:tab pos="540000" algn="l"/>
                <a:tab pos="810000" algn="l"/>
                <a:tab pos="1080000" algn="l"/>
              </a:tabLst>
              <a:defRPr/>
            </a:pPr>
            <a:r>
              <a:rPr lang="en-US"/>
              <a:t>CLICK ICON</a:t>
            </a:r>
            <a:br>
              <a:rPr lang="en-US"/>
            </a:br>
            <a:r>
              <a:rPr lang="en-US"/>
              <a:t>TO ADD LOGO</a:t>
            </a:r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6701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L – 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4A21027-2515-535B-554C-075E9772A2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13818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4A21027-2515-535B-554C-075E9772A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background">
            <a:extLst>
              <a:ext uri="{FF2B5EF4-FFF2-40B4-BE49-F238E27FC236}">
                <a16:creationId xmlns:a16="http://schemas.microsoft.com/office/drawing/2014/main" id="{8C458E20-5B17-0F04-72A2-6FA863EF8F1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3200" cy="6858675"/>
            <a:chOff x="0" y="0"/>
            <a:chExt cx="12193200" cy="6858675"/>
          </a:xfrm>
        </p:grpSpPr>
        <p:sp>
          <p:nvSpPr>
            <p:cNvPr id="6" name="background color">
              <a:extLst>
                <a:ext uri="{FF2B5EF4-FFF2-40B4-BE49-F238E27FC236}">
                  <a16:creationId xmlns:a16="http://schemas.microsoft.com/office/drawing/2014/main" id="{DE3A0567-7CD5-F023-1DD7-00B9375453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3200" cy="6858000"/>
            </a:xfrm>
            <a:prstGeom prst="rect">
              <a:avLst/>
            </a:prstGeom>
            <a:solidFill>
              <a:srgbClr val="E8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/>
            </a:p>
          </p:txBody>
        </p:sp>
        <p:pic>
          <p:nvPicPr>
            <p:cNvPr id="5" name="triangle pattern">
              <a:extLst>
                <a:ext uri="{FF2B5EF4-FFF2-40B4-BE49-F238E27FC236}">
                  <a16:creationId xmlns:a16="http://schemas.microsoft.com/office/drawing/2014/main" id="{CD2CAF66-023F-643E-20CF-1D5DBEAAD7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3200" cy="6858675"/>
            </a:xfrm>
            <a:prstGeom prst="rect">
              <a:avLst/>
            </a:prstGeom>
          </p:spPr>
        </p:pic>
      </p:grpSp>
      <p:grpSp>
        <p:nvGrpSpPr>
          <p:cNvPr id="7" name="cornerstone + logo">
            <a:extLst>
              <a:ext uri="{FF2B5EF4-FFF2-40B4-BE49-F238E27FC236}">
                <a16:creationId xmlns:a16="http://schemas.microsoft.com/office/drawing/2014/main" id="{4FE2D08F-B069-D928-A878-E703FA259E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1"/>
            <a:ext cx="2930400" cy="2052548"/>
            <a:chOff x="0" y="-1"/>
            <a:chExt cx="2930400" cy="2052548"/>
          </a:xfrm>
        </p:grpSpPr>
        <p:sp>
          <p:nvSpPr>
            <p:cNvPr id="8" name="cornerstone">
              <a:extLst>
                <a:ext uri="{FF2B5EF4-FFF2-40B4-BE49-F238E27FC236}">
                  <a16:creationId xmlns:a16="http://schemas.microsoft.com/office/drawing/2014/main" id="{35DAE589-09A4-5E58-B4D1-F566990860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2930400" cy="2052548"/>
            </a:xfrm>
            <a:custGeom>
              <a:avLst/>
              <a:gdLst>
                <a:gd name="connsiteX0" fmla="*/ 0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0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0" y="0"/>
                  </a:moveTo>
                  <a:lnTo>
                    <a:pt x="0" y="2050986"/>
                  </a:lnTo>
                  <a:lnTo>
                    <a:pt x="2928169" y="0"/>
                  </a:lnTo>
                  <a:close/>
                </a:path>
              </a:pathLst>
            </a:custGeom>
            <a:solidFill>
              <a:schemeClr val="bg1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t" anchorCtr="0"/>
            <a:lstStyle/>
            <a:p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9" name="BDO logo">
              <a:extLst>
                <a:ext uri="{FF2B5EF4-FFF2-40B4-BE49-F238E27FC236}">
                  <a16:creationId xmlns:a16="http://schemas.microsoft.com/office/drawing/2014/main" id="{0886CD89-EADA-8A06-DC88-33F94552228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59005" y="356471"/>
              <a:ext cx="970457" cy="372959"/>
              <a:chOff x="359004" y="356467"/>
              <a:chExt cx="970457" cy="372959"/>
            </a:xfrm>
            <a:solidFill>
              <a:srgbClr val="22409A"/>
            </a:solidFill>
          </p:grpSpPr>
          <p:sp>
            <p:nvSpPr>
              <p:cNvPr id="10" name="Vrije vorm: vorm 9">
                <a:extLst>
                  <a:ext uri="{FF2B5EF4-FFF2-40B4-BE49-F238E27FC236}">
                    <a16:creationId xmlns:a16="http://schemas.microsoft.com/office/drawing/2014/main" id="{1F4189A7-73B7-5716-9D18-BC330057461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1" name="Vrije vorm: vorm 10">
                <a:extLst>
                  <a:ext uri="{FF2B5EF4-FFF2-40B4-BE49-F238E27FC236}">
                    <a16:creationId xmlns:a16="http://schemas.microsoft.com/office/drawing/2014/main" id="{57FDF2E6-4A62-8BFE-8465-B98604759C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" name="Vrije vorm: vorm 11">
                <a:extLst>
                  <a:ext uri="{FF2B5EF4-FFF2-40B4-BE49-F238E27FC236}">
                    <a16:creationId xmlns:a16="http://schemas.microsoft.com/office/drawing/2014/main" id="{B84B72AF-FA05-E1DC-A2B8-623059D29F0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3" name="Vrije vorm: vorm 12">
                <a:extLst>
                  <a:ext uri="{FF2B5EF4-FFF2-40B4-BE49-F238E27FC236}">
                    <a16:creationId xmlns:a16="http://schemas.microsoft.com/office/drawing/2014/main" id="{7B98A4A9-B97F-19E2-468A-C2A85E3A820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4" name="Vrije vorm: vorm 13">
                <a:extLst>
                  <a:ext uri="{FF2B5EF4-FFF2-40B4-BE49-F238E27FC236}">
                    <a16:creationId xmlns:a16="http://schemas.microsoft.com/office/drawing/2014/main" id="{3BEA9562-FAC1-F9F5-CF12-06560B3FFB3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647" name="title placeholder">
            <a:extLst>
              <a:ext uri="{FF2B5EF4-FFF2-40B4-BE49-F238E27FC236}">
                <a16:creationId xmlns:a16="http://schemas.microsoft.com/office/drawing/2014/main" id="{366102E2-5A9E-B7EC-F428-804672B7A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6000" y="36108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97030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L – divider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818E642-302A-2755-4CA2-D9B8E79CC2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9687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818E642-302A-2755-4CA2-D9B8E79CC2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background">
            <a:extLst>
              <a:ext uri="{FF2B5EF4-FFF2-40B4-BE49-F238E27FC236}">
                <a16:creationId xmlns:a16="http://schemas.microsoft.com/office/drawing/2014/main" id="{8C458E20-5B17-0F04-72A2-6FA863EF8F1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3200" cy="6858675"/>
            <a:chOff x="0" y="0"/>
            <a:chExt cx="12193200" cy="6858675"/>
          </a:xfrm>
        </p:grpSpPr>
        <p:sp>
          <p:nvSpPr>
            <p:cNvPr id="6" name="background color">
              <a:extLst>
                <a:ext uri="{FF2B5EF4-FFF2-40B4-BE49-F238E27FC236}">
                  <a16:creationId xmlns:a16="http://schemas.microsoft.com/office/drawing/2014/main" id="{DE3A0567-7CD5-F023-1DD7-00B9375453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3200" cy="6858000"/>
            </a:xfrm>
            <a:prstGeom prst="rect">
              <a:avLst/>
            </a:prstGeom>
            <a:solidFill>
              <a:srgbClr val="5B6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/>
            </a:p>
          </p:txBody>
        </p:sp>
        <p:pic>
          <p:nvPicPr>
            <p:cNvPr id="5" name="triangle pattern">
              <a:extLst>
                <a:ext uri="{FF2B5EF4-FFF2-40B4-BE49-F238E27FC236}">
                  <a16:creationId xmlns:a16="http://schemas.microsoft.com/office/drawing/2014/main" id="{CD2CAF66-023F-643E-20CF-1D5DBEAAD7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3200" cy="6858675"/>
            </a:xfrm>
            <a:prstGeom prst="rect">
              <a:avLst/>
            </a:prstGeom>
          </p:spPr>
        </p:pic>
      </p:grpSp>
      <p:grpSp>
        <p:nvGrpSpPr>
          <p:cNvPr id="3" name="cornerstone + logo">
            <a:extLst>
              <a:ext uri="{FF2B5EF4-FFF2-40B4-BE49-F238E27FC236}">
                <a16:creationId xmlns:a16="http://schemas.microsoft.com/office/drawing/2014/main" id="{34952413-8478-6313-2BEA-2DB43A11033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1"/>
            <a:ext cx="2930400" cy="2052548"/>
            <a:chOff x="0" y="-1"/>
            <a:chExt cx="2930400" cy="2052548"/>
          </a:xfrm>
        </p:grpSpPr>
        <p:sp>
          <p:nvSpPr>
            <p:cNvPr id="4" name="cornerstone">
              <a:extLst>
                <a:ext uri="{FF2B5EF4-FFF2-40B4-BE49-F238E27FC236}">
                  <a16:creationId xmlns:a16="http://schemas.microsoft.com/office/drawing/2014/main" id="{D3762A3A-72D1-3287-CDE1-AF8E38AEC7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2930400" cy="2052548"/>
            </a:xfrm>
            <a:custGeom>
              <a:avLst/>
              <a:gdLst>
                <a:gd name="connsiteX0" fmla="*/ 0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0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0" y="0"/>
                  </a:moveTo>
                  <a:lnTo>
                    <a:pt x="0" y="2050986"/>
                  </a:lnTo>
                  <a:lnTo>
                    <a:pt x="2928169" y="0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wrap="none" lIns="0" tIns="0" rIns="0" bIns="0" rtlCol="0" anchor="t" anchorCtr="0"/>
            <a:lstStyle/>
            <a:p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6" name="BDO logo">
              <a:extLst>
                <a:ext uri="{FF2B5EF4-FFF2-40B4-BE49-F238E27FC236}">
                  <a16:creationId xmlns:a16="http://schemas.microsoft.com/office/drawing/2014/main" id="{A8A57A5B-5ABC-7C09-2C84-984375B7A93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59005" y="356471"/>
              <a:ext cx="970457" cy="372959"/>
              <a:chOff x="359004" y="356467"/>
              <a:chExt cx="970457" cy="372959"/>
            </a:xfrm>
          </p:grpSpPr>
          <p:sp>
            <p:nvSpPr>
              <p:cNvPr id="17" name="Vrije vorm: vorm 16">
                <a:extLst>
                  <a:ext uri="{FF2B5EF4-FFF2-40B4-BE49-F238E27FC236}">
                    <a16:creationId xmlns:a16="http://schemas.microsoft.com/office/drawing/2014/main" id="{1DE5C6A8-ECD3-1DDB-6E76-43B95D2346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8" name="Vrije vorm: vorm 17">
                <a:extLst>
                  <a:ext uri="{FF2B5EF4-FFF2-40B4-BE49-F238E27FC236}">
                    <a16:creationId xmlns:a16="http://schemas.microsoft.com/office/drawing/2014/main" id="{5D13C9FA-19CD-B2E8-F094-3C9EF6EF44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9" name="Vrije vorm: vorm 18">
                <a:extLst>
                  <a:ext uri="{FF2B5EF4-FFF2-40B4-BE49-F238E27FC236}">
                    <a16:creationId xmlns:a16="http://schemas.microsoft.com/office/drawing/2014/main" id="{445401A0-D347-241C-3698-76F7F9E36B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20" name="Vrije vorm: vorm 19">
                <a:extLst>
                  <a:ext uri="{FF2B5EF4-FFF2-40B4-BE49-F238E27FC236}">
                    <a16:creationId xmlns:a16="http://schemas.microsoft.com/office/drawing/2014/main" id="{08BF5F93-7A61-FA8F-FAD0-DEBB0B790E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21" name="Vrije vorm: vorm 20">
                <a:extLst>
                  <a:ext uri="{FF2B5EF4-FFF2-40B4-BE49-F238E27FC236}">
                    <a16:creationId xmlns:a16="http://schemas.microsoft.com/office/drawing/2014/main" id="{1D5BFFB2-3E0C-1207-0A1C-149E19E2F5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76A585B-D72B-B2F6-3428-2E7D8F2BF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36108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83525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L – 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DA13CE4-DDC2-3BEA-5195-EC5DBF82B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6983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DA13CE4-DDC2-3BEA-5195-EC5DBF82B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triangle pattern">
            <a:extLst>
              <a:ext uri="{FF2B5EF4-FFF2-40B4-BE49-F238E27FC236}">
                <a16:creationId xmlns:a16="http://schemas.microsoft.com/office/drawing/2014/main" id="{CD2CAF66-023F-643E-20CF-1D5DBEAAD7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grpSp>
        <p:nvGrpSpPr>
          <p:cNvPr id="3" name="cornerstone + logo">
            <a:extLst>
              <a:ext uri="{FF2B5EF4-FFF2-40B4-BE49-F238E27FC236}">
                <a16:creationId xmlns:a16="http://schemas.microsoft.com/office/drawing/2014/main" id="{34952413-8478-6313-2BEA-2DB43A11033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1"/>
            <a:ext cx="2930400" cy="2052548"/>
            <a:chOff x="0" y="-1"/>
            <a:chExt cx="2930400" cy="2052548"/>
          </a:xfrm>
        </p:grpSpPr>
        <p:sp>
          <p:nvSpPr>
            <p:cNvPr id="4" name="cornerstone">
              <a:extLst>
                <a:ext uri="{FF2B5EF4-FFF2-40B4-BE49-F238E27FC236}">
                  <a16:creationId xmlns:a16="http://schemas.microsoft.com/office/drawing/2014/main" id="{D3762A3A-72D1-3287-CDE1-AF8E38AEC7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2930400" cy="2052548"/>
            </a:xfrm>
            <a:custGeom>
              <a:avLst/>
              <a:gdLst>
                <a:gd name="connsiteX0" fmla="*/ 0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0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0" y="0"/>
                  </a:moveTo>
                  <a:lnTo>
                    <a:pt x="0" y="2050986"/>
                  </a:lnTo>
                  <a:lnTo>
                    <a:pt x="2928169" y="0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wrap="none" lIns="0" tIns="0" rIns="0" bIns="0" rtlCol="0" anchor="t" anchorCtr="0"/>
            <a:lstStyle/>
            <a:p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6" name="BDO logo">
              <a:extLst>
                <a:ext uri="{FF2B5EF4-FFF2-40B4-BE49-F238E27FC236}">
                  <a16:creationId xmlns:a16="http://schemas.microsoft.com/office/drawing/2014/main" id="{A8A57A5B-5ABC-7C09-2C84-984375B7A93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59005" y="356471"/>
              <a:ext cx="970457" cy="372959"/>
              <a:chOff x="359004" y="356467"/>
              <a:chExt cx="970457" cy="372959"/>
            </a:xfrm>
          </p:grpSpPr>
          <p:sp>
            <p:nvSpPr>
              <p:cNvPr id="17" name="Vrije vorm: vorm 16">
                <a:extLst>
                  <a:ext uri="{FF2B5EF4-FFF2-40B4-BE49-F238E27FC236}">
                    <a16:creationId xmlns:a16="http://schemas.microsoft.com/office/drawing/2014/main" id="{1DE5C6A8-ECD3-1DDB-6E76-43B95D2346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8" name="Vrije vorm: vorm 17">
                <a:extLst>
                  <a:ext uri="{FF2B5EF4-FFF2-40B4-BE49-F238E27FC236}">
                    <a16:creationId xmlns:a16="http://schemas.microsoft.com/office/drawing/2014/main" id="{5D13C9FA-19CD-B2E8-F094-3C9EF6EF44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9" name="Vrije vorm: vorm 18">
                <a:extLst>
                  <a:ext uri="{FF2B5EF4-FFF2-40B4-BE49-F238E27FC236}">
                    <a16:creationId xmlns:a16="http://schemas.microsoft.com/office/drawing/2014/main" id="{445401A0-D347-241C-3698-76F7F9E36B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20" name="Vrije vorm: vorm 19">
                <a:extLst>
                  <a:ext uri="{FF2B5EF4-FFF2-40B4-BE49-F238E27FC236}">
                    <a16:creationId xmlns:a16="http://schemas.microsoft.com/office/drawing/2014/main" id="{08BF5F93-7A61-FA8F-FAD0-DEBB0B790E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21" name="Vrije vorm: vorm 20">
                <a:extLst>
                  <a:ext uri="{FF2B5EF4-FFF2-40B4-BE49-F238E27FC236}">
                    <a16:creationId xmlns:a16="http://schemas.microsoft.com/office/drawing/2014/main" id="{1D5BFFB2-3E0C-1207-0A1C-149E19E2F5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536E55FC-C1D0-6285-5C2D-3301F9F51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6000" y="36108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67195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 – 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C374E06-0544-F59F-5164-9989DFABAA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87274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C374E06-0544-F59F-5164-9989DFABA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background">
            <a:extLst>
              <a:ext uri="{FF2B5EF4-FFF2-40B4-BE49-F238E27FC236}">
                <a16:creationId xmlns:a16="http://schemas.microsoft.com/office/drawing/2014/main" id="{D72627F7-70BF-A7A2-3A73-90CCBE9FB73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3200" cy="6858675"/>
            <a:chOff x="0" y="0"/>
            <a:chExt cx="12193200" cy="6858675"/>
          </a:xfrm>
        </p:grpSpPr>
        <p:sp>
          <p:nvSpPr>
            <p:cNvPr id="5" name="background color">
              <a:extLst>
                <a:ext uri="{FF2B5EF4-FFF2-40B4-BE49-F238E27FC236}">
                  <a16:creationId xmlns:a16="http://schemas.microsoft.com/office/drawing/2014/main" id="{176F8A0F-38FA-B0B4-B72B-420808B1CD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3200" cy="6858000"/>
            </a:xfrm>
            <a:prstGeom prst="rect">
              <a:avLst/>
            </a:prstGeom>
            <a:solidFill>
              <a:srgbClr val="E8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/>
            </a:p>
          </p:txBody>
        </p:sp>
        <p:pic>
          <p:nvPicPr>
            <p:cNvPr id="6" name="triangle pattern">
              <a:extLst>
                <a:ext uri="{FF2B5EF4-FFF2-40B4-BE49-F238E27FC236}">
                  <a16:creationId xmlns:a16="http://schemas.microsoft.com/office/drawing/2014/main" id="{5F9CAFA7-4E1C-7D56-0361-8AA6B86B7155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3200" cy="6858675"/>
            </a:xfrm>
            <a:prstGeom prst="rect">
              <a:avLst/>
            </a:prstGeom>
          </p:spPr>
        </p:pic>
      </p:grpSp>
      <p:grpSp>
        <p:nvGrpSpPr>
          <p:cNvPr id="7" name="cornerstone + logo">
            <a:extLst>
              <a:ext uri="{FF2B5EF4-FFF2-40B4-BE49-F238E27FC236}">
                <a16:creationId xmlns:a16="http://schemas.microsoft.com/office/drawing/2014/main" id="{0C764E7E-C9F1-ED8E-F95E-0753C371B6D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8" name="cornerstone">
              <a:extLst>
                <a:ext uri="{FF2B5EF4-FFF2-40B4-BE49-F238E27FC236}">
                  <a16:creationId xmlns:a16="http://schemas.microsoft.com/office/drawing/2014/main" id="{1FAA95B0-A8D6-93B4-E0CD-663D5EEEEE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chemeClr val="bg1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9" name="BDO logo">
              <a:extLst>
                <a:ext uri="{FF2B5EF4-FFF2-40B4-BE49-F238E27FC236}">
                  <a16:creationId xmlns:a16="http://schemas.microsoft.com/office/drawing/2014/main" id="{6B1067BB-4341-4D04-4E9B-C924342D529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863808" y="6124749"/>
              <a:ext cx="970457" cy="372959"/>
              <a:chOff x="359004" y="356467"/>
              <a:chExt cx="970457" cy="372959"/>
            </a:xfrm>
            <a:solidFill>
              <a:srgbClr val="22409A"/>
            </a:solidFill>
          </p:grpSpPr>
          <p:sp>
            <p:nvSpPr>
              <p:cNvPr id="10" name="Vrije vorm: vorm 9">
                <a:extLst>
                  <a:ext uri="{FF2B5EF4-FFF2-40B4-BE49-F238E27FC236}">
                    <a16:creationId xmlns:a16="http://schemas.microsoft.com/office/drawing/2014/main" id="{586591DF-3355-DDB8-5AFC-65EB99FFB2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1" name="Vrije vorm: vorm 10">
                <a:extLst>
                  <a:ext uri="{FF2B5EF4-FFF2-40B4-BE49-F238E27FC236}">
                    <a16:creationId xmlns:a16="http://schemas.microsoft.com/office/drawing/2014/main" id="{D46F3B34-A164-8D99-0F68-ED8FB0EA839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" name="Vrije vorm: vorm 11">
                <a:extLst>
                  <a:ext uri="{FF2B5EF4-FFF2-40B4-BE49-F238E27FC236}">
                    <a16:creationId xmlns:a16="http://schemas.microsoft.com/office/drawing/2014/main" id="{4B720D12-DD28-29CB-99A8-43B00A7DBB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3" name="Vrije vorm: vorm 12">
                <a:extLst>
                  <a:ext uri="{FF2B5EF4-FFF2-40B4-BE49-F238E27FC236}">
                    <a16:creationId xmlns:a16="http://schemas.microsoft.com/office/drawing/2014/main" id="{51395E29-D7E3-5227-42A2-AE1A9D8FFF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5" name="Vrije vorm: vorm 14">
                <a:extLst>
                  <a:ext uri="{FF2B5EF4-FFF2-40B4-BE49-F238E27FC236}">
                    <a16:creationId xmlns:a16="http://schemas.microsoft.com/office/drawing/2014/main" id="{DB923FE2-A32D-8BB9-FFBB-0968F83543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26AA12A1-D06D-C1D5-966C-1A29004D85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1806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 – divider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42E060DF-9178-0D0A-F58D-335E685BDE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69419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42E060DF-9178-0D0A-F58D-335E685BD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background">
            <a:extLst>
              <a:ext uri="{FF2B5EF4-FFF2-40B4-BE49-F238E27FC236}">
                <a16:creationId xmlns:a16="http://schemas.microsoft.com/office/drawing/2014/main" id="{A1DCE998-4F5B-9000-4D49-D5E8A63D5B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3200" cy="6858675"/>
            <a:chOff x="0" y="0"/>
            <a:chExt cx="12193200" cy="6858675"/>
          </a:xfrm>
        </p:grpSpPr>
        <p:sp>
          <p:nvSpPr>
            <p:cNvPr id="5" name="background color">
              <a:extLst>
                <a:ext uri="{FF2B5EF4-FFF2-40B4-BE49-F238E27FC236}">
                  <a16:creationId xmlns:a16="http://schemas.microsoft.com/office/drawing/2014/main" id="{FA29BCB9-D833-C918-7CE1-480886866C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3200" cy="6858000"/>
            </a:xfrm>
            <a:prstGeom prst="rect">
              <a:avLst/>
            </a:prstGeom>
            <a:solidFill>
              <a:srgbClr val="5B6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/>
            </a:p>
          </p:txBody>
        </p:sp>
        <p:pic>
          <p:nvPicPr>
            <p:cNvPr id="6" name="triangle pattern">
              <a:extLst>
                <a:ext uri="{FF2B5EF4-FFF2-40B4-BE49-F238E27FC236}">
                  <a16:creationId xmlns:a16="http://schemas.microsoft.com/office/drawing/2014/main" id="{F94E671D-6AE2-DFF2-036A-6F4ACFDB6AD1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3200" cy="6858675"/>
            </a:xfrm>
            <a:prstGeom prst="rect">
              <a:avLst/>
            </a:prstGeom>
          </p:spPr>
        </p:pic>
      </p:grpSp>
      <p:grpSp>
        <p:nvGrpSpPr>
          <p:cNvPr id="1278" name="cornerstone + logo">
            <a:extLst>
              <a:ext uri="{FF2B5EF4-FFF2-40B4-BE49-F238E27FC236}">
                <a16:creationId xmlns:a16="http://schemas.microsoft.com/office/drawing/2014/main" id="{25148107-19B3-E575-960A-AA6EC3A2E5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1279" name="cornerstone">
              <a:extLst>
                <a:ext uri="{FF2B5EF4-FFF2-40B4-BE49-F238E27FC236}">
                  <a16:creationId xmlns:a16="http://schemas.microsoft.com/office/drawing/2014/main" id="{679DE6C3-F80A-9E69-4DBE-763239938A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280" name="BDO logo">
              <a:extLst>
                <a:ext uri="{FF2B5EF4-FFF2-40B4-BE49-F238E27FC236}">
                  <a16:creationId xmlns:a16="http://schemas.microsoft.com/office/drawing/2014/main" id="{7BAF97A8-D8B7-E59E-482C-39FBA8F8503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863808" y="6124766"/>
              <a:ext cx="970457" cy="372942"/>
              <a:chOff x="10870156" y="6124766"/>
              <a:chExt cx="970457" cy="372942"/>
            </a:xfrm>
          </p:grpSpPr>
          <p:sp>
            <p:nvSpPr>
              <p:cNvPr id="1281" name="Vrije vorm: vorm 1280">
                <a:extLst>
                  <a:ext uri="{FF2B5EF4-FFF2-40B4-BE49-F238E27FC236}">
                    <a16:creationId xmlns:a16="http://schemas.microsoft.com/office/drawing/2014/main" id="{6DF13538-B822-A1E2-0E92-1434BE74EC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985596" y="61285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9 w 242112"/>
                  <a:gd name="connsiteY5" fmla="*/ 278873 h 278873"/>
                  <a:gd name="connsiteX6" fmla="*/ 11409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9" y="278873"/>
                    </a:lnTo>
                    <a:lnTo>
                      <a:pt x="11409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2" name="Vrije vorm: vorm 1281">
                <a:extLst>
                  <a:ext uri="{FF2B5EF4-FFF2-40B4-BE49-F238E27FC236}">
                    <a16:creationId xmlns:a16="http://schemas.microsoft.com/office/drawing/2014/main" id="{A4B16CCE-44D4-86E8-C427-8906411560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255802" y="61260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3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3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9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3" name="Vrije vorm: vorm 1282">
                <a:extLst>
                  <a:ext uri="{FF2B5EF4-FFF2-40B4-BE49-F238E27FC236}">
                    <a16:creationId xmlns:a16="http://schemas.microsoft.com/office/drawing/2014/main" id="{D57641A9-26DE-5197-2228-4F73DA4933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543768" y="6124766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3099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4" name="Vrije vorm: vorm 1283">
                <a:extLst>
                  <a:ext uri="{FF2B5EF4-FFF2-40B4-BE49-F238E27FC236}">
                    <a16:creationId xmlns:a16="http://schemas.microsoft.com/office/drawing/2014/main" id="{E9AE0A1A-D226-779D-EB5A-06877EE9C3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870156" y="6128572"/>
                <a:ext cx="55817" cy="348857"/>
              </a:xfrm>
              <a:custGeom>
                <a:avLst/>
                <a:gdLst>
                  <a:gd name="connsiteX0" fmla="*/ 0 w 55774"/>
                  <a:gd name="connsiteY0" fmla="*/ 0 h 348591"/>
                  <a:gd name="connsiteX1" fmla="*/ 0 w 55774"/>
                  <a:gd name="connsiteY1" fmla="*/ 348592 h 348591"/>
                  <a:gd name="connsiteX2" fmla="*/ 55775 w 55774"/>
                  <a:gd name="connsiteY2" fmla="*/ 310563 h 348591"/>
                  <a:gd name="connsiteX3" fmla="*/ 55775 w 55774"/>
                  <a:gd name="connsiteY3" fmla="*/ 0 h 348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8591">
                    <a:moveTo>
                      <a:pt x="0" y="0"/>
                    </a:moveTo>
                    <a:lnTo>
                      <a:pt x="0" y="348592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5" name="Vrije vorm: vorm 1284">
                <a:extLst>
                  <a:ext uri="{FF2B5EF4-FFF2-40B4-BE49-F238E27FC236}">
                    <a16:creationId xmlns:a16="http://schemas.microsoft.com/office/drawing/2014/main" id="{9519EAEC-B93C-640F-331F-49EF042F6B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870156" y="6452040"/>
                <a:ext cx="967902" cy="45668"/>
              </a:xfrm>
              <a:custGeom>
                <a:avLst/>
                <a:gdLst>
                  <a:gd name="connsiteX0" fmla="*/ 65915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5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636418A4-ADAF-0D74-B2DF-8A62D4EE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69928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 – 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387D54A-A5B7-7622-E53C-3150A348C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7074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387D54A-A5B7-7622-E53C-3150A348C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triangle pattern">
            <a:extLst>
              <a:ext uri="{FF2B5EF4-FFF2-40B4-BE49-F238E27FC236}">
                <a16:creationId xmlns:a16="http://schemas.microsoft.com/office/drawing/2014/main" id="{243244D2-B309-D68E-78A0-39773A16364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grpSp>
        <p:nvGrpSpPr>
          <p:cNvPr id="1278" name="cornerstone + logo">
            <a:extLst>
              <a:ext uri="{FF2B5EF4-FFF2-40B4-BE49-F238E27FC236}">
                <a16:creationId xmlns:a16="http://schemas.microsoft.com/office/drawing/2014/main" id="{25148107-19B3-E575-960A-AA6EC3A2E5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1279" name="cornerstone">
              <a:extLst>
                <a:ext uri="{FF2B5EF4-FFF2-40B4-BE49-F238E27FC236}">
                  <a16:creationId xmlns:a16="http://schemas.microsoft.com/office/drawing/2014/main" id="{679DE6C3-F80A-9E69-4DBE-763239938A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280" name="BDO logo">
              <a:extLst>
                <a:ext uri="{FF2B5EF4-FFF2-40B4-BE49-F238E27FC236}">
                  <a16:creationId xmlns:a16="http://schemas.microsoft.com/office/drawing/2014/main" id="{7BAF97A8-D8B7-E59E-482C-39FBA8F8503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863808" y="6124766"/>
              <a:ext cx="970457" cy="372942"/>
              <a:chOff x="10870156" y="6124766"/>
              <a:chExt cx="970457" cy="372942"/>
            </a:xfrm>
          </p:grpSpPr>
          <p:sp>
            <p:nvSpPr>
              <p:cNvPr id="1281" name="Vrije vorm: vorm 1280">
                <a:extLst>
                  <a:ext uri="{FF2B5EF4-FFF2-40B4-BE49-F238E27FC236}">
                    <a16:creationId xmlns:a16="http://schemas.microsoft.com/office/drawing/2014/main" id="{6DF13538-B822-A1E2-0E92-1434BE74EC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985596" y="61285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9 w 242112"/>
                  <a:gd name="connsiteY5" fmla="*/ 278873 h 278873"/>
                  <a:gd name="connsiteX6" fmla="*/ 11409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9" y="278873"/>
                    </a:lnTo>
                    <a:lnTo>
                      <a:pt x="11409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2" name="Vrije vorm: vorm 1281">
                <a:extLst>
                  <a:ext uri="{FF2B5EF4-FFF2-40B4-BE49-F238E27FC236}">
                    <a16:creationId xmlns:a16="http://schemas.microsoft.com/office/drawing/2014/main" id="{A4B16CCE-44D4-86E8-C427-8906411560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255802" y="61260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3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3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9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3" name="Vrije vorm: vorm 1282">
                <a:extLst>
                  <a:ext uri="{FF2B5EF4-FFF2-40B4-BE49-F238E27FC236}">
                    <a16:creationId xmlns:a16="http://schemas.microsoft.com/office/drawing/2014/main" id="{D57641A9-26DE-5197-2228-4F73DA4933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543768" y="6124766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3099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4" name="Vrije vorm: vorm 1283">
                <a:extLst>
                  <a:ext uri="{FF2B5EF4-FFF2-40B4-BE49-F238E27FC236}">
                    <a16:creationId xmlns:a16="http://schemas.microsoft.com/office/drawing/2014/main" id="{E9AE0A1A-D226-779D-EB5A-06877EE9C3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870156" y="6128572"/>
                <a:ext cx="55817" cy="348857"/>
              </a:xfrm>
              <a:custGeom>
                <a:avLst/>
                <a:gdLst>
                  <a:gd name="connsiteX0" fmla="*/ 0 w 55774"/>
                  <a:gd name="connsiteY0" fmla="*/ 0 h 348591"/>
                  <a:gd name="connsiteX1" fmla="*/ 0 w 55774"/>
                  <a:gd name="connsiteY1" fmla="*/ 348592 h 348591"/>
                  <a:gd name="connsiteX2" fmla="*/ 55775 w 55774"/>
                  <a:gd name="connsiteY2" fmla="*/ 310563 h 348591"/>
                  <a:gd name="connsiteX3" fmla="*/ 55775 w 55774"/>
                  <a:gd name="connsiteY3" fmla="*/ 0 h 348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8591">
                    <a:moveTo>
                      <a:pt x="0" y="0"/>
                    </a:moveTo>
                    <a:lnTo>
                      <a:pt x="0" y="348592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5" name="Vrije vorm: vorm 1284">
                <a:extLst>
                  <a:ext uri="{FF2B5EF4-FFF2-40B4-BE49-F238E27FC236}">
                    <a16:creationId xmlns:a16="http://schemas.microsoft.com/office/drawing/2014/main" id="{9519EAEC-B93C-640F-331F-49EF042F6B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870156" y="6452040"/>
                <a:ext cx="967902" cy="45668"/>
              </a:xfrm>
              <a:custGeom>
                <a:avLst/>
                <a:gdLst>
                  <a:gd name="connsiteX0" fmla="*/ 65915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5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2B64D438-14FE-7656-81F1-42ECBD547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22361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51D9445-A071-4674-135F-54186F0AB4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005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1D9445-A071-4674-135F-54186F0AB4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544AB7-BF44-4E18-9A3B-0D9530071A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11217600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561D4AB5-3140-7D94-140F-AD0D11CE5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91813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 + corner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9BC02CB-529E-8E7E-5EE7-EE27FF3FF5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11963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BC02CB-529E-8E7E-5EE7-EE27FF3FF5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rnerstone">
            <a:extLst>
              <a:ext uri="{FF2B5EF4-FFF2-40B4-BE49-F238E27FC236}">
                <a16:creationId xmlns:a16="http://schemas.microsoft.com/office/drawing/2014/main" id="{A54BDA40-5E1D-7326-D19D-850EED5885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884942" y="1712913"/>
            <a:ext cx="7307058" cy="5145088"/>
          </a:xfrm>
          <a:custGeom>
            <a:avLst/>
            <a:gdLst>
              <a:gd name="connsiteX0" fmla="*/ 2928169 w 2928169"/>
              <a:gd name="connsiteY0" fmla="*/ 0 h 2050985"/>
              <a:gd name="connsiteX1" fmla="*/ 0 w 2928169"/>
              <a:gd name="connsiteY1" fmla="*/ 2050986 h 2050985"/>
              <a:gd name="connsiteX2" fmla="*/ 2928169 w 2928169"/>
              <a:gd name="connsiteY2" fmla="*/ 2050986 h 205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8169" h="2050985">
                <a:moveTo>
                  <a:pt x="2928169" y="0"/>
                </a:moveTo>
                <a:lnTo>
                  <a:pt x="0" y="2050986"/>
                </a:lnTo>
                <a:lnTo>
                  <a:pt x="2928169" y="2050986"/>
                </a:lnTo>
                <a:close/>
              </a:path>
            </a:pathLst>
          </a:custGeom>
          <a:solidFill>
            <a:srgbClr val="F2F2F2"/>
          </a:solidFill>
          <a:ln w="12644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1800"/>
          </a:p>
        </p:txBody>
      </p:sp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7889A0CE-B52E-DFE4-BCE5-D83997D304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0F68D664-8404-950C-B5FB-A3B561F560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B3B3B3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B3B3B3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E52B0A1-FDB7-6D14-19B5-DFDD821201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11217600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79700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A9720AB-C9E4-9F2A-B77E-61F38D7543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0567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9720AB-C9E4-9F2A-B77E-61F38D7543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511B95B-47E2-928B-DFC9-FBD8439954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4127" y="1078029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96BEA28-49AB-34C2-BC44-FE176C1EBD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13570A88-350B-40D4-1CD0-A1EF7C74ED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5364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4B75967-55A7-4B22-80AB-F94B852BEF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6151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B75967-55A7-4B22-80AB-F94B852BEF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C6D1762-2898-F135-99F2-36C6B7E19F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8528" y="1076325"/>
            <a:ext cx="34984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2ECDAD1-BCC7-5B1B-D103-350381FB62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527" y="1076325"/>
            <a:ext cx="34984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E925142-A026-865F-9C1B-DDE8EC43BD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34984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page # placeholder">
            <a:extLst>
              <a:ext uri="{FF2B5EF4-FFF2-40B4-BE49-F238E27FC236}">
                <a16:creationId xmlns:a16="http://schemas.microsoft.com/office/drawing/2014/main" id="{5D409A04-D7E1-70BB-EFB7-2FAE55E15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3031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2" pos="4943">
          <p15:clr>
            <a:srgbClr val="FBAE40"/>
          </p15:clr>
        </p15:guide>
        <p15:guide id="3" pos="2510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(FS) + text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4B40587-4512-36D5-8B46-1CFF1DC78C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19818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B40587-4512-36D5-8B46-1CFF1DC78C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EB931FE2-43E2-1901-F98C-F93E60296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2F2F2"/>
          </a:solidFill>
        </p:spPr>
        <p:txBody>
          <a:bodyPr tIns="180000" rIns="360000" anchor="t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2483FD4-1ACF-5CB4-1DA9-6FD941F97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6" y="593725"/>
            <a:ext cx="3499200" cy="55334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46069359-FDF3-8D1C-F7EC-DCC2711A2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5" name="page # placeholder">
            <a:extLst>
              <a:ext uri="{FF2B5EF4-FFF2-40B4-BE49-F238E27FC236}">
                <a16:creationId xmlns:a16="http://schemas.microsoft.com/office/drawing/2014/main" id="{3CFF9D3D-7EE8-5B05-7C67-CBF544BC5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3739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1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7553D3A-8D10-2298-7690-5C60854F10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89310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553D3A-8D10-2298-7690-5C60854F10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5B935987-6AD1-22BE-B840-5BAE7AB9CF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6EAD0DF0-FAB9-40C4-13D3-BB9D8AA78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6275389" y="1078029"/>
            <a:ext cx="5429249" cy="5046736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224D1E6-36C4-DB84-E1BB-41E9BD2886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126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33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07433E1-AE99-6859-CDF2-BA2E2FB009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59758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7433E1-AE99-6859-CDF2-BA2E2FB00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D2FD1E-04CD-2688-E73E-7FAEDA65DF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6E1E4536-569D-1B79-508D-414EF1EBE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EB931FE2-43E2-1901-F98C-F93E60296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205788" y="1078029"/>
            <a:ext cx="3498850" cy="5046736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8266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43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picture 33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A162BD0-7A68-1679-1CCE-DBF628F664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789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162BD0-7A68-1679-1CCE-DBF628F66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6292414-F160-6B42-C6F5-A5214F74B7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8205788" y="0"/>
            <a:ext cx="3986212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pyright placeholder">
            <a:extLst>
              <a:ext uri="{FF2B5EF4-FFF2-40B4-BE49-F238E27FC236}">
                <a16:creationId xmlns:a16="http://schemas.microsoft.com/office/drawing/2014/main" id="{0A03AA7A-D501-3DCB-509B-4C404266D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869438" y="6501416"/>
            <a:ext cx="835200" cy="360000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nl-NL"/>
              <a:t>© 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B5DE363B-2616-A089-8F39-867F245455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73612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BD208CC-539C-DCC7-60E4-55B9D872DB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99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43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picture 33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01299E8-28C9-E1BA-954E-38E741533F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4716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1299E8-28C9-E1BA-954E-38E741533F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A5C10FB-8338-BC20-7CC3-F1E00209B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3401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6292414-F160-6B42-C6F5-A5214F74B7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0" y="0"/>
            <a:ext cx="3986212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D352618A-544B-887C-A7BB-3445B7132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43400" y="6497708"/>
            <a:ext cx="65260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43400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824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0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picture 50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493FE98-6EA3-4C6D-AB73-9A0F35D7E0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092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93FE98-6EA3-4C6D-AB73-9A0F35D7E0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6EAD0DF0-FAB9-40C4-13D3-BB9D8AA78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6275389" y="0"/>
            <a:ext cx="5916611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pyright placeholder">
            <a:extLst>
              <a:ext uri="{FF2B5EF4-FFF2-40B4-BE49-F238E27FC236}">
                <a16:creationId xmlns:a16="http://schemas.microsoft.com/office/drawing/2014/main" id="{B3523954-B81A-9615-2E1D-0BC3999491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869438" y="6501416"/>
            <a:ext cx="835200" cy="360000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nl-NL"/>
              <a:t>© BDO</a:t>
            </a:r>
          </a:p>
        </p:txBody>
      </p:sp>
      <p:sp>
        <p:nvSpPr>
          <p:cNvPr id="12" name="page # placeholder">
            <a:extLst>
              <a:ext uri="{FF2B5EF4-FFF2-40B4-BE49-F238E27FC236}">
                <a16:creationId xmlns:a16="http://schemas.microsoft.com/office/drawing/2014/main" id="{4561D4CA-BD62-80B7-C535-6B67980C60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5429250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5429250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88396D1-A668-B1C3-2581-7AE204EC0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179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picture 50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13736B7-FC8C-83CC-B0E6-195F7BC39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97347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3736B7-FC8C-83CC-B0E6-195F7BC39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6EAD0DF0-FAB9-40C4-13D3-BB9D8AA78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0" y="0"/>
            <a:ext cx="5916611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pyright placeholder">
            <a:extLst>
              <a:ext uri="{FF2B5EF4-FFF2-40B4-BE49-F238E27FC236}">
                <a16:creationId xmlns:a16="http://schemas.microsoft.com/office/drawing/2014/main" id="{B3523954-B81A-9615-2E1D-0BC3999491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869438" y="6501416"/>
            <a:ext cx="835200" cy="360000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nl-NL"/>
              <a:t>© 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1CA0AA45-FF16-E9C5-5739-F46790813E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6275387" y="6497708"/>
            <a:ext cx="4594051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275388" y="593724"/>
            <a:ext cx="5429250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4386B75-A8EC-A0C1-4865-84FA084001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4127" y="1078029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57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object 33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1491327-86B8-2E15-C8C0-29B6E122BB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3465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91327-86B8-2E15-C8C0-29B6E122BB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background">
            <a:extLst>
              <a:ext uri="{FF2B5EF4-FFF2-40B4-BE49-F238E27FC236}">
                <a16:creationId xmlns:a16="http://schemas.microsoft.com/office/drawing/2014/main" id="{84AE8F4B-F0A7-1A08-78B7-51D93AA749BC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206799" y="0"/>
            <a:ext cx="3985201" cy="6858000"/>
            <a:chOff x="8206799" y="0"/>
            <a:chExt cx="3985201" cy="6858000"/>
          </a:xfrm>
          <a:solidFill>
            <a:schemeClr val="bg2">
              <a:alpha val="60000"/>
            </a:schemeClr>
          </a:solidFill>
        </p:grpSpPr>
        <p:sp>
          <p:nvSpPr>
            <p:cNvPr id="21" name="background white">
              <a:extLst>
                <a:ext uri="{FF2B5EF4-FFF2-40B4-BE49-F238E27FC236}">
                  <a16:creationId xmlns:a16="http://schemas.microsoft.com/office/drawing/2014/main" id="{8F9E828C-BBF7-CDF8-3A9A-6C6268A4A6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206800" y="0"/>
              <a:ext cx="3985200" cy="6857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E6CEE371-DE9D-96BF-FC7B-D7C8DD82AC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206799" y="0"/>
              <a:ext cx="3985200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8" name="triangle pattern">
              <a:extLst>
                <a:ext uri="{FF2B5EF4-FFF2-40B4-BE49-F238E27FC236}">
                  <a16:creationId xmlns:a16="http://schemas.microsoft.com/office/drawing/2014/main" id="{DF996F05-B6FC-406F-00C3-5FDEA222016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3985200" cy="6858000"/>
            </a:xfrm>
            <a:prstGeom prst="rect">
              <a:avLst/>
            </a:prstGeom>
          </p:spPr>
        </p:pic>
      </p:grpSp>
      <p:sp>
        <p:nvSpPr>
          <p:cNvPr id="17" name="copyright">
            <a:extLst>
              <a:ext uri="{FF2B5EF4-FFF2-40B4-BE49-F238E27FC236}">
                <a16:creationId xmlns:a16="http://schemas.microsoft.com/office/drawing/2014/main" id="{3AE09934-1CB5-CC67-2000-6C714F04A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2" name="page # placeholder">
            <a:extLst>
              <a:ext uri="{FF2B5EF4-FFF2-40B4-BE49-F238E27FC236}">
                <a16:creationId xmlns:a16="http://schemas.microsoft.com/office/drawing/2014/main" id="{CC832D28-A95B-F132-1902-1B9E90A7AC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73612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4" name="object placeholder">
            <a:extLst>
              <a:ext uri="{FF2B5EF4-FFF2-40B4-BE49-F238E27FC236}">
                <a16:creationId xmlns:a16="http://schemas.microsoft.com/office/drawing/2014/main" id="{7097B9A8-31F9-D603-133A-8EA5BF0301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 hasCustomPrompt="1"/>
          </p:nvPr>
        </p:nvSpPr>
        <p:spPr>
          <a:xfrm>
            <a:off x="8567023" y="593725"/>
            <a:ext cx="31392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30F918-0B52-8C6E-D1F6-B5063298AD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586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43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object 33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91DF1E-9E04-4175-DC4D-F515F84394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8565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91DF1E-9E04-4175-DC4D-F515F84394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background">
            <a:extLst>
              <a:ext uri="{FF2B5EF4-FFF2-40B4-BE49-F238E27FC236}">
                <a16:creationId xmlns:a16="http://schemas.microsoft.com/office/drawing/2014/main" id="{5566EF48-DACD-9DB2-FFEA-463350E27BC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3971925" cy="6858000"/>
            <a:chOff x="8206799" y="0"/>
            <a:chExt cx="3971925" cy="6858000"/>
          </a:xfrm>
          <a:solidFill>
            <a:schemeClr val="bg2"/>
          </a:solidFill>
        </p:grpSpPr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F3BA11E0-A75B-17D7-9842-622DC12CAB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206799" y="0"/>
              <a:ext cx="3971925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333333"/>
                </a:solidFill>
              </a:endParaRPr>
            </a:p>
          </p:txBody>
        </p:sp>
        <p:pic>
          <p:nvPicPr>
            <p:cNvPr id="14" name="triangle pattern">
              <a:extLst>
                <a:ext uri="{FF2B5EF4-FFF2-40B4-BE49-F238E27FC236}">
                  <a16:creationId xmlns:a16="http://schemas.microsoft.com/office/drawing/2014/main" id="{24DCCC28-F0A8-7364-E7C3-8326A5C09F1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3971925" cy="6858000"/>
            </a:xfrm>
            <a:prstGeom prst="rect">
              <a:avLst/>
            </a:prstGeom>
          </p:spPr>
        </p:pic>
      </p:grp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8E440190-0DD8-4AF8-6A9A-43BD201DCB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footer placeholder">
            <a:extLst>
              <a:ext uri="{FF2B5EF4-FFF2-40B4-BE49-F238E27FC236}">
                <a16:creationId xmlns:a16="http://schemas.microsoft.com/office/drawing/2014/main" id="{4A211352-67BE-D66D-7E53-9D03DE41AD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38310" y="6497708"/>
            <a:ext cx="653184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7" name="object placeholder">
            <a:extLst>
              <a:ext uri="{FF2B5EF4-FFF2-40B4-BE49-F238E27FC236}">
                <a16:creationId xmlns:a16="http://schemas.microsoft.com/office/drawing/2014/main" id="{B1C18222-9FB9-C79E-242A-BC7857F2CF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 hasCustomPrompt="1"/>
          </p:nvPr>
        </p:nvSpPr>
        <p:spPr>
          <a:xfrm>
            <a:off x="485775" y="593725"/>
            <a:ext cx="31248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20" name="title placeholder">
            <a:extLst>
              <a:ext uri="{FF2B5EF4-FFF2-40B4-BE49-F238E27FC236}">
                <a16:creationId xmlns:a16="http://schemas.microsoft.com/office/drawing/2014/main" id="{E9AB5781-EDD2-932C-5375-A028EADBDA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43400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C21E61D-E588-DBFF-C618-176EE57992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3401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494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0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object 50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0CB3D38-D2F1-A94B-D247-57C1BBAE82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5447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CB3D38-D2F1-A94B-D247-57C1BBAE82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background">
            <a:extLst>
              <a:ext uri="{FF2B5EF4-FFF2-40B4-BE49-F238E27FC236}">
                <a16:creationId xmlns:a16="http://schemas.microsoft.com/office/drawing/2014/main" id="{FACDFFED-2EB9-B27B-8A3B-C9BDDFE2794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276975" y="0"/>
            <a:ext cx="5915025" cy="6858000"/>
            <a:chOff x="6276975" y="0"/>
            <a:chExt cx="5915025" cy="6858000"/>
          </a:xfrm>
          <a:solidFill>
            <a:schemeClr val="bg2">
              <a:alpha val="60000"/>
            </a:schemeClr>
          </a:solidFill>
        </p:grpSpPr>
        <p:sp>
          <p:nvSpPr>
            <p:cNvPr id="12" name="background white">
              <a:extLst>
                <a:ext uri="{FF2B5EF4-FFF2-40B4-BE49-F238E27FC236}">
                  <a16:creationId xmlns:a16="http://schemas.microsoft.com/office/drawing/2014/main" id="{B5576CD1-707D-54B6-2DAE-36E806562D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276975" y="0"/>
              <a:ext cx="5915025" cy="6857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0B3A2DD8-E0B8-6056-D24A-35A947133F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276975" y="0"/>
              <a:ext cx="5915024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3" name="triangle pattern">
              <a:extLst>
                <a:ext uri="{FF2B5EF4-FFF2-40B4-BE49-F238E27FC236}">
                  <a16:creationId xmlns:a16="http://schemas.microsoft.com/office/drawing/2014/main" id="{9773A6C6-B89C-2737-D0F1-EE3AAB8B4474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76975" y="0"/>
              <a:ext cx="5914800" cy="6858000"/>
            </a:xfrm>
            <a:prstGeom prst="rect">
              <a:avLst/>
            </a:prstGeom>
          </p:spPr>
        </p:pic>
      </p:grpSp>
      <p:sp>
        <p:nvSpPr>
          <p:cNvPr id="15" name="copyright">
            <a:extLst>
              <a:ext uri="{FF2B5EF4-FFF2-40B4-BE49-F238E27FC236}">
                <a16:creationId xmlns:a16="http://schemas.microsoft.com/office/drawing/2014/main" id="{A83C15DC-C210-A122-38E7-A21652F0BC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F1BB644A-A1B9-F70D-1E69-C477E3BA47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DC0757E2-983B-A278-7B89-199AE33F0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ftr" sz="quarter" idx="11"/>
          </p:nvPr>
        </p:nvSpPr>
        <p:spPr>
          <a:xfrm>
            <a:off x="485776" y="6497708"/>
            <a:ext cx="5429251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8" name="object placeholder">
            <a:extLst>
              <a:ext uri="{FF2B5EF4-FFF2-40B4-BE49-F238E27FC236}">
                <a16:creationId xmlns:a16="http://schemas.microsoft.com/office/drawing/2014/main" id="{265339A2-0486-D773-89C0-8B3271FB77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sz="quarter" idx="14" hasCustomPrompt="1"/>
          </p:nvPr>
        </p:nvSpPr>
        <p:spPr>
          <a:xfrm>
            <a:off x="6635838" y="593725"/>
            <a:ext cx="50688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21" name="title placeholder">
            <a:extLst>
              <a:ext uri="{FF2B5EF4-FFF2-40B4-BE49-F238E27FC236}">
                <a16:creationId xmlns:a16="http://schemas.microsoft.com/office/drawing/2014/main" id="{4EEF6F6D-DD3B-12EC-DF82-4590E3AB3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/>
          </p:nvPr>
        </p:nvSpPr>
        <p:spPr>
          <a:xfrm>
            <a:off x="485776" y="593724"/>
            <a:ext cx="542925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07A5807-18A5-1EEE-9901-1EDFF1D94C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087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object 50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8DE8AC-446C-0AF8-CEB2-CA6F2C6C3B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0735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8DE8AC-446C-0AF8-CEB2-CA6F2C6C3B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background">
            <a:extLst>
              <a:ext uri="{FF2B5EF4-FFF2-40B4-BE49-F238E27FC236}">
                <a16:creationId xmlns:a16="http://schemas.microsoft.com/office/drawing/2014/main" id="{FACDFFED-2EB9-B27B-8A3B-C9BDDFE2794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" y="0"/>
            <a:ext cx="5915024" cy="6858000"/>
            <a:chOff x="6276975" y="0"/>
            <a:chExt cx="5915024" cy="6858000"/>
          </a:xfrm>
          <a:solidFill>
            <a:schemeClr val="bg2">
              <a:alpha val="60000"/>
            </a:schemeClr>
          </a:solidFill>
        </p:grpSpPr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0B3A2DD8-E0B8-6056-D24A-35A947133F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276975" y="0"/>
              <a:ext cx="5915024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3" name="triangle pattern">
              <a:extLst>
                <a:ext uri="{FF2B5EF4-FFF2-40B4-BE49-F238E27FC236}">
                  <a16:creationId xmlns:a16="http://schemas.microsoft.com/office/drawing/2014/main" id="{9773A6C6-B89C-2737-D0F1-EE3AAB8B4474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76975" y="0"/>
              <a:ext cx="5914800" cy="6858000"/>
            </a:xfrm>
            <a:prstGeom prst="rect">
              <a:avLst/>
            </a:prstGeom>
          </p:spPr>
        </p:pic>
      </p:grpSp>
      <p:sp>
        <p:nvSpPr>
          <p:cNvPr id="15" name="copyright">
            <a:extLst>
              <a:ext uri="{FF2B5EF4-FFF2-40B4-BE49-F238E27FC236}">
                <a16:creationId xmlns:a16="http://schemas.microsoft.com/office/drawing/2014/main" id="{A83C15DC-C210-A122-38E7-A21652F0BC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46ED17DE-B259-06E1-3B92-9BBED20986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DC0757E2-983B-A278-7B89-199AE33F0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6275387" y="6497708"/>
            <a:ext cx="4594546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8" name="object placeholder">
            <a:extLst>
              <a:ext uri="{FF2B5EF4-FFF2-40B4-BE49-F238E27FC236}">
                <a16:creationId xmlns:a16="http://schemas.microsoft.com/office/drawing/2014/main" id="{265339A2-0486-D773-89C0-8B3271FB77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sz="quarter" idx="14" hasCustomPrompt="1"/>
          </p:nvPr>
        </p:nvSpPr>
        <p:spPr>
          <a:xfrm>
            <a:off x="485775" y="593725"/>
            <a:ext cx="50688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21" name="title placeholder">
            <a:extLst>
              <a:ext uri="{FF2B5EF4-FFF2-40B4-BE49-F238E27FC236}">
                <a16:creationId xmlns:a16="http://schemas.microsoft.com/office/drawing/2014/main" id="{4EEF6F6D-DD3B-12EC-DF82-4590E3AB3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/>
          </p:nvPr>
        </p:nvSpPr>
        <p:spPr>
          <a:xfrm>
            <a:off x="6275387" y="593724"/>
            <a:ext cx="542925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D796DA2-5CA9-CAF9-065A-C6443D757C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4127" y="1078029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30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3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 – divider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0EB2A26-7AA5-367B-1F2E-011D12A1C0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519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0EB2A26-7AA5-367B-1F2E-011D12A1C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78" name="cornerstone + logo">
            <a:extLst>
              <a:ext uri="{FF2B5EF4-FFF2-40B4-BE49-F238E27FC236}">
                <a16:creationId xmlns:a16="http://schemas.microsoft.com/office/drawing/2014/main" id="{25148107-19B3-E575-960A-AA6EC3A2E5E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1279" name="cornerstone">
              <a:extLst>
                <a:ext uri="{FF2B5EF4-FFF2-40B4-BE49-F238E27FC236}">
                  <a16:creationId xmlns:a16="http://schemas.microsoft.com/office/drawing/2014/main" id="{679DE6C3-F80A-9E69-4DBE-763239938A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280" name="BDO logo">
              <a:extLst>
                <a:ext uri="{FF2B5EF4-FFF2-40B4-BE49-F238E27FC236}">
                  <a16:creationId xmlns:a16="http://schemas.microsoft.com/office/drawing/2014/main" id="{7BAF97A8-D8B7-E59E-482C-39FBA8F8503C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0863808" y="6124766"/>
              <a:ext cx="970457" cy="372942"/>
              <a:chOff x="10870156" y="6124766"/>
              <a:chExt cx="970457" cy="372942"/>
            </a:xfrm>
          </p:grpSpPr>
          <p:sp>
            <p:nvSpPr>
              <p:cNvPr id="1281" name="Vrije vorm: vorm 1280">
                <a:extLst>
                  <a:ext uri="{FF2B5EF4-FFF2-40B4-BE49-F238E27FC236}">
                    <a16:creationId xmlns:a16="http://schemas.microsoft.com/office/drawing/2014/main" id="{6DF13538-B822-A1E2-0E92-1434BE74EC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985596" y="61285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9 w 242112"/>
                  <a:gd name="connsiteY5" fmla="*/ 278873 h 278873"/>
                  <a:gd name="connsiteX6" fmla="*/ 11409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9" y="278873"/>
                    </a:lnTo>
                    <a:lnTo>
                      <a:pt x="11409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2" name="Vrije vorm: vorm 1281">
                <a:extLst>
                  <a:ext uri="{FF2B5EF4-FFF2-40B4-BE49-F238E27FC236}">
                    <a16:creationId xmlns:a16="http://schemas.microsoft.com/office/drawing/2014/main" id="{A4B16CCE-44D4-86E8-C427-8906411560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255802" y="61260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3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3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9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3" name="Vrije vorm: vorm 1282">
                <a:extLst>
                  <a:ext uri="{FF2B5EF4-FFF2-40B4-BE49-F238E27FC236}">
                    <a16:creationId xmlns:a16="http://schemas.microsoft.com/office/drawing/2014/main" id="{D57641A9-26DE-5197-2228-4F73DA4933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543768" y="6124766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3099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4" name="Vrije vorm: vorm 1283">
                <a:extLst>
                  <a:ext uri="{FF2B5EF4-FFF2-40B4-BE49-F238E27FC236}">
                    <a16:creationId xmlns:a16="http://schemas.microsoft.com/office/drawing/2014/main" id="{E9AE0A1A-D226-779D-EB5A-06877EE9C3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0870156" y="6128572"/>
                <a:ext cx="55817" cy="348857"/>
              </a:xfrm>
              <a:custGeom>
                <a:avLst/>
                <a:gdLst>
                  <a:gd name="connsiteX0" fmla="*/ 0 w 55774"/>
                  <a:gd name="connsiteY0" fmla="*/ 0 h 348591"/>
                  <a:gd name="connsiteX1" fmla="*/ 0 w 55774"/>
                  <a:gd name="connsiteY1" fmla="*/ 348592 h 348591"/>
                  <a:gd name="connsiteX2" fmla="*/ 55775 w 55774"/>
                  <a:gd name="connsiteY2" fmla="*/ 310563 h 348591"/>
                  <a:gd name="connsiteX3" fmla="*/ 55775 w 55774"/>
                  <a:gd name="connsiteY3" fmla="*/ 0 h 348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8591">
                    <a:moveTo>
                      <a:pt x="0" y="0"/>
                    </a:moveTo>
                    <a:lnTo>
                      <a:pt x="0" y="348592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5" name="Vrije vorm: vorm 1284">
                <a:extLst>
                  <a:ext uri="{FF2B5EF4-FFF2-40B4-BE49-F238E27FC236}">
                    <a16:creationId xmlns:a16="http://schemas.microsoft.com/office/drawing/2014/main" id="{9519EAEC-B93C-640F-331F-49EF042F6B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0870156" y="6452040"/>
                <a:ext cx="967902" cy="45668"/>
              </a:xfrm>
              <a:custGeom>
                <a:avLst/>
                <a:gdLst>
                  <a:gd name="connsiteX0" fmla="*/ 65915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5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9872193E-E4B1-AC6B-73C2-6A5BD125C2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05452 h 6858000"/>
              <a:gd name="connsiteX3" fmla="*/ 9261602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805452"/>
                </a:lnTo>
                <a:lnTo>
                  <a:pt x="926160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 rIns="486000" anchor="t" anchorCtr="0">
            <a:noAutofit/>
          </a:bodyPr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TRIANGLE PATTERN</a:t>
            </a: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EE3D051D-5BB4-8247-820A-2C9D1184E6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18563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o-margin picture 33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6292414-F160-6B42-C6F5-A5214F74B7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0" y="0"/>
            <a:ext cx="3986212" cy="6858000"/>
          </a:xfr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D352618A-544B-887C-A7BB-3445B7132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43400" y="6497708"/>
            <a:ext cx="65260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1947B145-1F56-C107-58D6-4B46C9728E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343401" y="1712913"/>
            <a:ext cx="7361237" cy="4411852"/>
          </a:xfrm>
        </p:spPr>
        <p:txBody>
          <a:bodyPr/>
          <a:lstStyle/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C57F9CDE-9BE0-DEE2-EDB0-FA896BAF6F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2"/>
          </p:nvPr>
        </p:nvSpPr>
        <p:spPr>
          <a:xfrm>
            <a:off x="4343403" y="953821"/>
            <a:ext cx="7361235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43400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7077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0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 – 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387D54A-A5B7-7622-E53C-3150A348C0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9210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387D54A-A5B7-7622-E53C-3150A348C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triangle pattern">
            <a:extLst>
              <a:ext uri="{FF2B5EF4-FFF2-40B4-BE49-F238E27FC236}">
                <a16:creationId xmlns:a16="http://schemas.microsoft.com/office/drawing/2014/main" id="{243244D2-B309-D68E-78A0-39773A16364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grpSp>
        <p:nvGrpSpPr>
          <p:cNvPr id="1278" name="cornerstone + logo">
            <a:extLst>
              <a:ext uri="{FF2B5EF4-FFF2-40B4-BE49-F238E27FC236}">
                <a16:creationId xmlns:a16="http://schemas.microsoft.com/office/drawing/2014/main" id="{25148107-19B3-E575-960A-AA6EC3A2E5E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1279" name="cornerstone">
              <a:extLst>
                <a:ext uri="{FF2B5EF4-FFF2-40B4-BE49-F238E27FC236}">
                  <a16:creationId xmlns:a16="http://schemas.microsoft.com/office/drawing/2014/main" id="{679DE6C3-F80A-9E69-4DBE-763239938A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280" name="BDO logo">
              <a:extLst>
                <a:ext uri="{FF2B5EF4-FFF2-40B4-BE49-F238E27FC236}">
                  <a16:creationId xmlns:a16="http://schemas.microsoft.com/office/drawing/2014/main" id="{7BAF97A8-D8B7-E59E-482C-39FBA8F8503C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0863808" y="6124766"/>
              <a:ext cx="970457" cy="372942"/>
              <a:chOff x="10870156" y="6124766"/>
              <a:chExt cx="970457" cy="372942"/>
            </a:xfrm>
          </p:grpSpPr>
          <p:sp>
            <p:nvSpPr>
              <p:cNvPr id="1281" name="Vrije vorm: vorm 1280">
                <a:extLst>
                  <a:ext uri="{FF2B5EF4-FFF2-40B4-BE49-F238E27FC236}">
                    <a16:creationId xmlns:a16="http://schemas.microsoft.com/office/drawing/2014/main" id="{6DF13538-B822-A1E2-0E92-1434BE74EC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985596" y="61285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9 w 242112"/>
                  <a:gd name="connsiteY5" fmla="*/ 278873 h 278873"/>
                  <a:gd name="connsiteX6" fmla="*/ 11409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9" y="278873"/>
                    </a:lnTo>
                    <a:lnTo>
                      <a:pt x="11409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2" name="Vrije vorm: vorm 1281">
                <a:extLst>
                  <a:ext uri="{FF2B5EF4-FFF2-40B4-BE49-F238E27FC236}">
                    <a16:creationId xmlns:a16="http://schemas.microsoft.com/office/drawing/2014/main" id="{A4B16CCE-44D4-86E8-C427-8906411560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255802" y="61260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3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3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9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3" name="Vrije vorm: vorm 1282">
                <a:extLst>
                  <a:ext uri="{FF2B5EF4-FFF2-40B4-BE49-F238E27FC236}">
                    <a16:creationId xmlns:a16="http://schemas.microsoft.com/office/drawing/2014/main" id="{D57641A9-26DE-5197-2228-4F73DA4933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543768" y="6124766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3099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4" name="Vrije vorm: vorm 1283">
                <a:extLst>
                  <a:ext uri="{FF2B5EF4-FFF2-40B4-BE49-F238E27FC236}">
                    <a16:creationId xmlns:a16="http://schemas.microsoft.com/office/drawing/2014/main" id="{E9AE0A1A-D226-779D-EB5A-06877EE9C3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0870156" y="6128572"/>
                <a:ext cx="55817" cy="348857"/>
              </a:xfrm>
              <a:custGeom>
                <a:avLst/>
                <a:gdLst>
                  <a:gd name="connsiteX0" fmla="*/ 0 w 55774"/>
                  <a:gd name="connsiteY0" fmla="*/ 0 h 348591"/>
                  <a:gd name="connsiteX1" fmla="*/ 0 w 55774"/>
                  <a:gd name="connsiteY1" fmla="*/ 348592 h 348591"/>
                  <a:gd name="connsiteX2" fmla="*/ 55775 w 55774"/>
                  <a:gd name="connsiteY2" fmla="*/ 310563 h 348591"/>
                  <a:gd name="connsiteX3" fmla="*/ 55775 w 55774"/>
                  <a:gd name="connsiteY3" fmla="*/ 0 h 348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8591">
                    <a:moveTo>
                      <a:pt x="0" y="0"/>
                    </a:moveTo>
                    <a:lnTo>
                      <a:pt x="0" y="348592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5" name="Vrije vorm: vorm 1284">
                <a:extLst>
                  <a:ext uri="{FF2B5EF4-FFF2-40B4-BE49-F238E27FC236}">
                    <a16:creationId xmlns:a16="http://schemas.microsoft.com/office/drawing/2014/main" id="{9519EAEC-B93C-640F-331F-49EF042F6B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0870156" y="6452040"/>
                <a:ext cx="967902" cy="45668"/>
              </a:xfrm>
              <a:custGeom>
                <a:avLst/>
                <a:gdLst>
                  <a:gd name="connsiteX0" fmla="*/ 65915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5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2B64D438-14FE-7656-81F1-42ECBD547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97410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51D9445-A071-4674-135F-54186F0AB4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2975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1D9445-A071-4674-135F-54186F0AB4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544AB7-BF44-4E18-9A3B-0D9530071A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11217600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561D4AB5-3140-7D94-140F-AD0D11CE5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306980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 + corner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9BC02CB-529E-8E7E-5EE7-EE27FF3FF5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1084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BC02CB-529E-8E7E-5EE7-EE27FF3FF5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rnerstone">
            <a:extLst>
              <a:ext uri="{FF2B5EF4-FFF2-40B4-BE49-F238E27FC236}">
                <a16:creationId xmlns:a16="http://schemas.microsoft.com/office/drawing/2014/main" id="{A54BDA40-5E1D-7326-D19D-850EED5885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884942" y="1712913"/>
            <a:ext cx="7307058" cy="5145088"/>
          </a:xfrm>
          <a:custGeom>
            <a:avLst/>
            <a:gdLst>
              <a:gd name="connsiteX0" fmla="*/ 2928169 w 2928169"/>
              <a:gd name="connsiteY0" fmla="*/ 0 h 2050985"/>
              <a:gd name="connsiteX1" fmla="*/ 0 w 2928169"/>
              <a:gd name="connsiteY1" fmla="*/ 2050986 h 2050985"/>
              <a:gd name="connsiteX2" fmla="*/ 2928169 w 2928169"/>
              <a:gd name="connsiteY2" fmla="*/ 2050986 h 205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8169" h="2050985">
                <a:moveTo>
                  <a:pt x="2928169" y="0"/>
                </a:moveTo>
                <a:lnTo>
                  <a:pt x="0" y="2050986"/>
                </a:lnTo>
                <a:lnTo>
                  <a:pt x="2928169" y="2050986"/>
                </a:lnTo>
                <a:close/>
              </a:path>
            </a:pathLst>
          </a:custGeom>
          <a:solidFill>
            <a:srgbClr val="F2F2F2"/>
          </a:solidFill>
          <a:ln w="12644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1800"/>
          </a:p>
        </p:txBody>
      </p:sp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7889A0CE-B52E-DFE4-BCE5-D83997D304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0F68D664-8404-950C-B5FB-A3B561F560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B3B3B3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B3B3B3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E52B0A1-FDB7-6D14-19B5-DFDD821201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11217600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787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A9720AB-C9E4-9F2A-B77E-61F38D7543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01000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9720AB-C9E4-9F2A-B77E-61F38D7543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511B95B-47E2-928B-DFC9-FBD8439954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4127" y="1078029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96BEA28-49AB-34C2-BC44-FE176C1EBD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13570A88-350B-40D4-1CD0-A1EF7C74ED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0154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4B75967-55A7-4B22-80AB-F94B852BEF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97601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B75967-55A7-4B22-80AB-F94B852BEF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C6D1762-2898-F135-99F2-36C6B7E19F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8528" y="1076325"/>
            <a:ext cx="34984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2ECDAD1-BCC7-5B1B-D103-350381FB62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527" y="1076325"/>
            <a:ext cx="34984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E925142-A026-865F-9C1B-DDE8EC43BD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34984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 algn="just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page # placeholder">
            <a:extLst>
              <a:ext uri="{FF2B5EF4-FFF2-40B4-BE49-F238E27FC236}">
                <a16:creationId xmlns:a16="http://schemas.microsoft.com/office/drawing/2014/main" id="{5D409A04-D7E1-70BB-EFB7-2FAE55E15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22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2" pos="4943">
          <p15:clr>
            <a:srgbClr val="FBAE40"/>
          </p15:clr>
        </p15:guide>
        <p15:guide id="3" pos="2510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(FS) + text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4B40587-4512-36D5-8B46-1CFF1DC78C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400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B40587-4512-36D5-8B46-1CFF1DC78C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EB931FE2-43E2-1901-F98C-F93E60296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2F2F2"/>
          </a:solidFill>
        </p:spPr>
        <p:txBody>
          <a:bodyPr tIns="180000" rIns="360000" anchor="t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2483FD4-1ACF-5CB4-1DA9-6FD941F97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6" y="593725"/>
            <a:ext cx="3499200" cy="55334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46069359-FDF3-8D1C-F7EC-DCC2711A2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5" name="page # placeholder">
            <a:extLst>
              <a:ext uri="{FF2B5EF4-FFF2-40B4-BE49-F238E27FC236}">
                <a16:creationId xmlns:a16="http://schemas.microsoft.com/office/drawing/2014/main" id="{3CFF9D3D-7EE8-5B05-7C67-CBF544BC5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5375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1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7553D3A-8D10-2298-7690-5C60854F10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12645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553D3A-8D10-2298-7690-5C60854F10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5B935987-6AD1-22BE-B840-5BAE7AB9CF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6EAD0DF0-FAB9-40C4-13D3-BB9D8AA78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6275389" y="1078029"/>
            <a:ext cx="5429249" cy="5046736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224D1E6-36C4-DB84-E1BB-41E9BD2886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905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33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07433E1-AE99-6859-CDF2-BA2E2FB009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8849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7433E1-AE99-6859-CDF2-BA2E2FB00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D2FD1E-04CD-2688-E73E-7FAEDA65DF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6E1E4536-569D-1B79-508D-414EF1EBE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EB931FE2-43E2-1901-F98C-F93E60296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205788" y="1078029"/>
            <a:ext cx="3498850" cy="5046736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9570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43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picture 33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A162BD0-7A68-1679-1CCE-DBF628F664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9685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162BD0-7A68-1679-1CCE-DBF628F66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6292414-F160-6B42-C6F5-A5214F74B7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8205788" y="0"/>
            <a:ext cx="3986212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pyright placeholder">
            <a:extLst>
              <a:ext uri="{FF2B5EF4-FFF2-40B4-BE49-F238E27FC236}">
                <a16:creationId xmlns:a16="http://schemas.microsoft.com/office/drawing/2014/main" id="{0A03AA7A-D501-3DCB-509B-4C404266D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869438" y="6501416"/>
            <a:ext cx="835200" cy="360000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nl-NL"/>
              <a:t>© 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B5DE363B-2616-A089-8F39-867F245455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73612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BD208CC-539C-DCC7-60E4-55B9D872DB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071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43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picture 33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01299E8-28C9-E1BA-954E-38E741533F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61652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1299E8-28C9-E1BA-954E-38E741533F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A5C10FB-8338-BC20-7CC3-F1E00209B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3401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6292414-F160-6B42-C6F5-A5214F74B7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0" y="0"/>
            <a:ext cx="3986212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D352618A-544B-887C-A7BB-3445B7132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43400" y="6497708"/>
            <a:ext cx="65260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43400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4735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0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picture 50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493FE98-6EA3-4C6D-AB73-9A0F35D7E0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70440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93FE98-6EA3-4C6D-AB73-9A0F35D7E0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6EAD0DF0-FAB9-40C4-13D3-BB9D8AA78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6275389" y="0"/>
            <a:ext cx="5916611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pyright placeholder">
            <a:extLst>
              <a:ext uri="{FF2B5EF4-FFF2-40B4-BE49-F238E27FC236}">
                <a16:creationId xmlns:a16="http://schemas.microsoft.com/office/drawing/2014/main" id="{B3523954-B81A-9615-2E1D-0BC3999491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869438" y="6501416"/>
            <a:ext cx="835200" cy="360000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nl-NL"/>
              <a:t>© BDO</a:t>
            </a:r>
          </a:p>
        </p:txBody>
      </p:sp>
      <p:sp>
        <p:nvSpPr>
          <p:cNvPr id="12" name="page # placeholder">
            <a:extLst>
              <a:ext uri="{FF2B5EF4-FFF2-40B4-BE49-F238E27FC236}">
                <a16:creationId xmlns:a16="http://schemas.microsoft.com/office/drawing/2014/main" id="{4561D4CA-BD62-80B7-C535-6B67980C60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5429250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5429250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88396D1-A668-B1C3-2581-7AE204EC0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97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picture 50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13736B7-FC8C-83CC-B0E6-195F7BC39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3741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3736B7-FC8C-83CC-B0E6-195F7BC39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6EAD0DF0-FAB9-40C4-13D3-BB9D8AA78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0" y="0"/>
            <a:ext cx="5916611" cy="6858000"/>
          </a:xfrm>
          <a:prstGeom prst="rect">
            <a:avLst/>
          </a:prstGeo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pyright placeholder">
            <a:extLst>
              <a:ext uri="{FF2B5EF4-FFF2-40B4-BE49-F238E27FC236}">
                <a16:creationId xmlns:a16="http://schemas.microsoft.com/office/drawing/2014/main" id="{B3523954-B81A-9615-2E1D-0BC3999491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869438" y="6501416"/>
            <a:ext cx="835200" cy="360000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nl-NL"/>
              <a:t>© 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1CA0AA45-FF16-E9C5-5739-F46790813E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6275387" y="6497708"/>
            <a:ext cx="4594051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275388" y="593724"/>
            <a:ext cx="5429250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4386B75-A8EC-A0C1-4865-84FA084001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4127" y="1078029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37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object 33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1491327-86B8-2E15-C8C0-29B6E122BB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7327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91327-86B8-2E15-C8C0-29B6E122BB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background">
            <a:extLst>
              <a:ext uri="{FF2B5EF4-FFF2-40B4-BE49-F238E27FC236}">
                <a16:creationId xmlns:a16="http://schemas.microsoft.com/office/drawing/2014/main" id="{84AE8F4B-F0A7-1A08-78B7-51D93AA749BC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206799" y="0"/>
            <a:ext cx="3985201" cy="6858000"/>
            <a:chOff x="8206799" y="0"/>
            <a:chExt cx="3985201" cy="6858000"/>
          </a:xfrm>
          <a:solidFill>
            <a:schemeClr val="bg2">
              <a:alpha val="60000"/>
            </a:schemeClr>
          </a:solidFill>
        </p:grpSpPr>
        <p:sp>
          <p:nvSpPr>
            <p:cNvPr id="21" name="background white">
              <a:extLst>
                <a:ext uri="{FF2B5EF4-FFF2-40B4-BE49-F238E27FC236}">
                  <a16:creationId xmlns:a16="http://schemas.microsoft.com/office/drawing/2014/main" id="{8F9E828C-BBF7-CDF8-3A9A-6C6268A4A6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206800" y="0"/>
              <a:ext cx="3985200" cy="6857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E6CEE371-DE9D-96BF-FC7B-D7C8DD82AC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206799" y="0"/>
              <a:ext cx="3985200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8" name="triangle pattern">
              <a:extLst>
                <a:ext uri="{FF2B5EF4-FFF2-40B4-BE49-F238E27FC236}">
                  <a16:creationId xmlns:a16="http://schemas.microsoft.com/office/drawing/2014/main" id="{DF996F05-B6FC-406F-00C3-5FDEA222016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3985200" cy="6858000"/>
            </a:xfrm>
            <a:prstGeom prst="rect">
              <a:avLst/>
            </a:prstGeom>
          </p:spPr>
        </p:pic>
      </p:grpSp>
      <p:sp>
        <p:nvSpPr>
          <p:cNvPr id="17" name="copyright">
            <a:extLst>
              <a:ext uri="{FF2B5EF4-FFF2-40B4-BE49-F238E27FC236}">
                <a16:creationId xmlns:a16="http://schemas.microsoft.com/office/drawing/2014/main" id="{3AE09934-1CB5-CC67-2000-6C714F04A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2" name="page # placeholder">
            <a:extLst>
              <a:ext uri="{FF2B5EF4-FFF2-40B4-BE49-F238E27FC236}">
                <a16:creationId xmlns:a16="http://schemas.microsoft.com/office/drawing/2014/main" id="{CC832D28-A95B-F132-1902-1B9E90A7AC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85776" y="6497708"/>
            <a:ext cx="73612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4" name="object placeholder">
            <a:extLst>
              <a:ext uri="{FF2B5EF4-FFF2-40B4-BE49-F238E27FC236}">
                <a16:creationId xmlns:a16="http://schemas.microsoft.com/office/drawing/2014/main" id="{7097B9A8-31F9-D603-133A-8EA5BF0301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 hasCustomPrompt="1"/>
          </p:nvPr>
        </p:nvSpPr>
        <p:spPr>
          <a:xfrm>
            <a:off x="8567023" y="593725"/>
            <a:ext cx="31392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6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30F918-0B52-8C6E-D1F6-B5063298AD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254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43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object 33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91DF1E-9E04-4175-DC4D-F515F84394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54495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91DF1E-9E04-4175-DC4D-F515F84394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background">
            <a:extLst>
              <a:ext uri="{FF2B5EF4-FFF2-40B4-BE49-F238E27FC236}">
                <a16:creationId xmlns:a16="http://schemas.microsoft.com/office/drawing/2014/main" id="{5566EF48-DACD-9DB2-FFEA-463350E27BC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3971925" cy="6858000"/>
            <a:chOff x="8206799" y="0"/>
            <a:chExt cx="3971925" cy="6858000"/>
          </a:xfrm>
          <a:solidFill>
            <a:schemeClr val="bg2"/>
          </a:solidFill>
        </p:grpSpPr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F3BA11E0-A75B-17D7-9842-622DC12CAB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206799" y="0"/>
              <a:ext cx="3971925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333333"/>
                </a:solidFill>
              </a:endParaRPr>
            </a:p>
          </p:txBody>
        </p:sp>
        <p:pic>
          <p:nvPicPr>
            <p:cNvPr id="14" name="triangle pattern">
              <a:extLst>
                <a:ext uri="{FF2B5EF4-FFF2-40B4-BE49-F238E27FC236}">
                  <a16:creationId xmlns:a16="http://schemas.microsoft.com/office/drawing/2014/main" id="{24DCCC28-F0A8-7364-E7C3-8326A5C09F1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3971925" cy="6858000"/>
            </a:xfrm>
            <a:prstGeom prst="rect">
              <a:avLst/>
            </a:prstGeom>
          </p:spPr>
        </p:pic>
      </p:grp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8E440190-0DD8-4AF8-6A9A-43BD201DCB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footer placeholder">
            <a:extLst>
              <a:ext uri="{FF2B5EF4-FFF2-40B4-BE49-F238E27FC236}">
                <a16:creationId xmlns:a16="http://schemas.microsoft.com/office/drawing/2014/main" id="{4A211352-67BE-D66D-7E53-9D03DE41AD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38310" y="6497708"/>
            <a:ext cx="653184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7" name="object placeholder">
            <a:extLst>
              <a:ext uri="{FF2B5EF4-FFF2-40B4-BE49-F238E27FC236}">
                <a16:creationId xmlns:a16="http://schemas.microsoft.com/office/drawing/2014/main" id="{B1C18222-9FB9-C79E-242A-BC7857F2CF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4" hasCustomPrompt="1"/>
          </p:nvPr>
        </p:nvSpPr>
        <p:spPr>
          <a:xfrm>
            <a:off x="485775" y="593725"/>
            <a:ext cx="31248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20" name="title placeholder">
            <a:extLst>
              <a:ext uri="{FF2B5EF4-FFF2-40B4-BE49-F238E27FC236}">
                <a16:creationId xmlns:a16="http://schemas.microsoft.com/office/drawing/2014/main" id="{E9AB5781-EDD2-932C-5375-A028EADBDA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43400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C21E61D-E588-DBFF-C618-176EE57992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3401" y="1076325"/>
            <a:ext cx="7361237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9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02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object 50%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0CB3D38-D2F1-A94B-D247-57C1BBAE82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6175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CB3D38-D2F1-A94B-D247-57C1BBAE82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background">
            <a:extLst>
              <a:ext uri="{FF2B5EF4-FFF2-40B4-BE49-F238E27FC236}">
                <a16:creationId xmlns:a16="http://schemas.microsoft.com/office/drawing/2014/main" id="{FACDFFED-2EB9-B27B-8A3B-C9BDDFE2794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276975" y="0"/>
            <a:ext cx="5915025" cy="6858000"/>
            <a:chOff x="6276975" y="0"/>
            <a:chExt cx="5915025" cy="6858000"/>
          </a:xfrm>
          <a:solidFill>
            <a:schemeClr val="bg2">
              <a:alpha val="60000"/>
            </a:schemeClr>
          </a:solidFill>
        </p:grpSpPr>
        <p:sp>
          <p:nvSpPr>
            <p:cNvPr id="12" name="background white">
              <a:extLst>
                <a:ext uri="{FF2B5EF4-FFF2-40B4-BE49-F238E27FC236}">
                  <a16:creationId xmlns:a16="http://schemas.microsoft.com/office/drawing/2014/main" id="{B5576CD1-707D-54B6-2DAE-36E806562D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276975" y="0"/>
              <a:ext cx="5915025" cy="6857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0B3A2DD8-E0B8-6056-D24A-35A947133F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276975" y="0"/>
              <a:ext cx="5915024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3" name="triangle pattern">
              <a:extLst>
                <a:ext uri="{FF2B5EF4-FFF2-40B4-BE49-F238E27FC236}">
                  <a16:creationId xmlns:a16="http://schemas.microsoft.com/office/drawing/2014/main" id="{9773A6C6-B89C-2737-D0F1-EE3AAB8B4474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76975" y="0"/>
              <a:ext cx="5914800" cy="6858000"/>
            </a:xfrm>
            <a:prstGeom prst="rect">
              <a:avLst/>
            </a:prstGeom>
          </p:spPr>
        </p:pic>
      </p:grpSp>
      <p:sp>
        <p:nvSpPr>
          <p:cNvPr id="15" name="copyright">
            <a:extLst>
              <a:ext uri="{FF2B5EF4-FFF2-40B4-BE49-F238E27FC236}">
                <a16:creationId xmlns:a16="http://schemas.microsoft.com/office/drawing/2014/main" id="{A83C15DC-C210-A122-38E7-A21652F0BC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F1BB644A-A1B9-F70D-1E69-C477E3BA47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DC0757E2-983B-A278-7B89-199AE33F0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ftr" sz="quarter" idx="11"/>
          </p:nvPr>
        </p:nvSpPr>
        <p:spPr>
          <a:xfrm>
            <a:off x="485776" y="6497708"/>
            <a:ext cx="5429251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8" name="object placeholder">
            <a:extLst>
              <a:ext uri="{FF2B5EF4-FFF2-40B4-BE49-F238E27FC236}">
                <a16:creationId xmlns:a16="http://schemas.microsoft.com/office/drawing/2014/main" id="{265339A2-0486-D773-89C0-8B3271FB77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sz="quarter" idx="14" hasCustomPrompt="1"/>
          </p:nvPr>
        </p:nvSpPr>
        <p:spPr>
          <a:xfrm>
            <a:off x="6635838" y="593725"/>
            <a:ext cx="50688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21" name="title placeholder">
            <a:extLst>
              <a:ext uri="{FF2B5EF4-FFF2-40B4-BE49-F238E27FC236}">
                <a16:creationId xmlns:a16="http://schemas.microsoft.com/office/drawing/2014/main" id="{4EEF6F6D-DD3B-12EC-DF82-4590E3AB3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/>
          </p:nvPr>
        </p:nvSpPr>
        <p:spPr>
          <a:xfrm>
            <a:off x="485776" y="593724"/>
            <a:ext cx="542925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07A5807-18A5-1EEE-9901-1EDFF1D94C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775" y="1076325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578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4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margin object 50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8DE8AC-446C-0AF8-CEB2-CA6F2C6C3B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44943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8DE8AC-446C-0AF8-CEB2-CA6F2C6C3B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background">
            <a:extLst>
              <a:ext uri="{FF2B5EF4-FFF2-40B4-BE49-F238E27FC236}">
                <a16:creationId xmlns:a16="http://schemas.microsoft.com/office/drawing/2014/main" id="{FACDFFED-2EB9-B27B-8A3B-C9BDDFE2794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" y="0"/>
            <a:ext cx="5915024" cy="6858000"/>
            <a:chOff x="6276975" y="0"/>
            <a:chExt cx="5915024" cy="6858000"/>
          </a:xfrm>
          <a:solidFill>
            <a:schemeClr val="bg2">
              <a:alpha val="60000"/>
            </a:schemeClr>
          </a:solidFill>
        </p:grpSpPr>
        <p:sp>
          <p:nvSpPr>
            <p:cNvPr id="13" name="background colour">
              <a:extLst>
                <a:ext uri="{FF2B5EF4-FFF2-40B4-BE49-F238E27FC236}">
                  <a16:creationId xmlns:a16="http://schemas.microsoft.com/office/drawing/2014/main" id="{0B3A2DD8-E0B8-6056-D24A-35A947133F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276975" y="0"/>
              <a:ext cx="5915024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3" name="triangle pattern">
              <a:extLst>
                <a:ext uri="{FF2B5EF4-FFF2-40B4-BE49-F238E27FC236}">
                  <a16:creationId xmlns:a16="http://schemas.microsoft.com/office/drawing/2014/main" id="{9773A6C6-B89C-2737-D0F1-EE3AAB8B4474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76975" y="0"/>
              <a:ext cx="5914800" cy="6858000"/>
            </a:xfrm>
            <a:prstGeom prst="rect">
              <a:avLst/>
            </a:prstGeom>
          </p:spPr>
        </p:pic>
      </p:grpSp>
      <p:sp>
        <p:nvSpPr>
          <p:cNvPr id="15" name="copyright">
            <a:extLst>
              <a:ext uri="{FF2B5EF4-FFF2-40B4-BE49-F238E27FC236}">
                <a16:creationId xmlns:a16="http://schemas.microsoft.com/office/drawing/2014/main" id="{A83C15DC-C210-A122-38E7-A21652F0BC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46ED17DE-B259-06E1-3B92-9BBED20986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DC0757E2-983B-A278-7B89-199AE33F0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6275387" y="6497708"/>
            <a:ext cx="4594546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8" name="object placeholder">
            <a:extLst>
              <a:ext uri="{FF2B5EF4-FFF2-40B4-BE49-F238E27FC236}">
                <a16:creationId xmlns:a16="http://schemas.microsoft.com/office/drawing/2014/main" id="{265339A2-0486-D773-89C0-8B3271FB77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sz="quarter" idx="14" hasCustomPrompt="1"/>
          </p:nvPr>
        </p:nvSpPr>
        <p:spPr>
          <a:xfrm>
            <a:off x="485775" y="593725"/>
            <a:ext cx="5068800" cy="5531040"/>
          </a:xfrm>
          <a:prstGeom prst="rect">
            <a:avLst/>
          </a:prstGeom>
        </p:spPr>
        <p:txBody>
          <a:bodyPr tIns="18000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pPr lvl="0"/>
            <a:r>
              <a:rPr lang="en-US"/>
              <a:t>CLICK ICON TO ADD OBJECT</a:t>
            </a:r>
            <a:br>
              <a:rPr lang="en-US"/>
            </a:br>
            <a:r>
              <a:rPr lang="en-US"/>
              <a:t>(TABLE, GRAPH OR SMART ART)</a:t>
            </a:r>
            <a:endParaRPr lang="nl-NL"/>
          </a:p>
        </p:txBody>
      </p:sp>
      <p:sp>
        <p:nvSpPr>
          <p:cNvPr id="21" name="title placeholder">
            <a:extLst>
              <a:ext uri="{FF2B5EF4-FFF2-40B4-BE49-F238E27FC236}">
                <a16:creationId xmlns:a16="http://schemas.microsoft.com/office/drawing/2014/main" id="{4EEF6F6D-DD3B-12EC-DF82-4590E3AB3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/>
          </p:nvPr>
        </p:nvSpPr>
        <p:spPr>
          <a:xfrm>
            <a:off x="6275387" y="593724"/>
            <a:ext cx="542925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D796DA2-5CA9-CAF9-065A-C6443D757C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4127" y="1078029"/>
            <a:ext cx="5429249" cy="5050875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1pPr>
            <a:lvl2pPr marL="171450" indent="-17145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lang="en-US" sz="1200" kern="120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54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3pPr>
            <a:lvl4pPr marL="81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4pPr>
            <a:lvl5pPr marL="1080000" indent="-270000"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  <a:defRPr sz="1200"/>
            </a:lvl5pPr>
          </a:lstStyle>
          <a:p>
            <a:pPr marL="171450" lvl="1" indent="-17145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 3" panose="05040102010807070707" pitchFamily="18" charset="2"/>
              <a:buChar char="u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139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6">
          <p15:clr>
            <a:srgbClr val="FBAE40"/>
          </p15:clr>
        </p15:guide>
        <p15:guide id="2" pos="3953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 – divider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0EB2A26-7AA5-367B-1F2E-011D12A1C0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485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0EB2A26-7AA5-367B-1F2E-011D12A1C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78" name="cornerstone + logo">
            <a:extLst>
              <a:ext uri="{FF2B5EF4-FFF2-40B4-BE49-F238E27FC236}">
                <a16:creationId xmlns:a16="http://schemas.microsoft.com/office/drawing/2014/main" id="{25148107-19B3-E575-960A-AA6EC3A2E5E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1279" name="cornerstone">
              <a:extLst>
                <a:ext uri="{FF2B5EF4-FFF2-40B4-BE49-F238E27FC236}">
                  <a16:creationId xmlns:a16="http://schemas.microsoft.com/office/drawing/2014/main" id="{679DE6C3-F80A-9E69-4DBE-763239938A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280" name="BDO logo">
              <a:extLst>
                <a:ext uri="{FF2B5EF4-FFF2-40B4-BE49-F238E27FC236}">
                  <a16:creationId xmlns:a16="http://schemas.microsoft.com/office/drawing/2014/main" id="{7BAF97A8-D8B7-E59E-482C-39FBA8F8503C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0863808" y="6124766"/>
              <a:ext cx="970457" cy="372942"/>
              <a:chOff x="10870156" y="6124766"/>
              <a:chExt cx="970457" cy="372942"/>
            </a:xfrm>
          </p:grpSpPr>
          <p:sp>
            <p:nvSpPr>
              <p:cNvPr id="1281" name="Vrije vorm: vorm 1280">
                <a:extLst>
                  <a:ext uri="{FF2B5EF4-FFF2-40B4-BE49-F238E27FC236}">
                    <a16:creationId xmlns:a16="http://schemas.microsoft.com/office/drawing/2014/main" id="{6DF13538-B822-A1E2-0E92-1434BE74EC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985596" y="61285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9 w 242112"/>
                  <a:gd name="connsiteY5" fmla="*/ 278873 h 278873"/>
                  <a:gd name="connsiteX6" fmla="*/ 11409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9" y="278873"/>
                    </a:lnTo>
                    <a:lnTo>
                      <a:pt x="11409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2" name="Vrije vorm: vorm 1281">
                <a:extLst>
                  <a:ext uri="{FF2B5EF4-FFF2-40B4-BE49-F238E27FC236}">
                    <a16:creationId xmlns:a16="http://schemas.microsoft.com/office/drawing/2014/main" id="{A4B16CCE-44D4-86E8-C427-8906411560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255802" y="61260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3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3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9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3" name="Vrije vorm: vorm 1282">
                <a:extLst>
                  <a:ext uri="{FF2B5EF4-FFF2-40B4-BE49-F238E27FC236}">
                    <a16:creationId xmlns:a16="http://schemas.microsoft.com/office/drawing/2014/main" id="{D57641A9-26DE-5197-2228-4F73DA4933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543768" y="6124766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3099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4" name="Vrije vorm: vorm 1283">
                <a:extLst>
                  <a:ext uri="{FF2B5EF4-FFF2-40B4-BE49-F238E27FC236}">
                    <a16:creationId xmlns:a16="http://schemas.microsoft.com/office/drawing/2014/main" id="{E9AE0A1A-D226-779D-EB5A-06877EE9C3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0870156" y="6128572"/>
                <a:ext cx="55817" cy="348857"/>
              </a:xfrm>
              <a:custGeom>
                <a:avLst/>
                <a:gdLst>
                  <a:gd name="connsiteX0" fmla="*/ 0 w 55774"/>
                  <a:gd name="connsiteY0" fmla="*/ 0 h 348591"/>
                  <a:gd name="connsiteX1" fmla="*/ 0 w 55774"/>
                  <a:gd name="connsiteY1" fmla="*/ 348592 h 348591"/>
                  <a:gd name="connsiteX2" fmla="*/ 55775 w 55774"/>
                  <a:gd name="connsiteY2" fmla="*/ 310563 h 348591"/>
                  <a:gd name="connsiteX3" fmla="*/ 55775 w 55774"/>
                  <a:gd name="connsiteY3" fmla="*/ 0 h 348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8591">
                    <a:moveTo>
                      <a:pt x="0" y="0"/>
                    </a:moveTo>
                    <a:lnTo>
                      <a:pt x="0" y="348592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5" name="Vrije vorm: vorm 1284">
                <a:extLst>
                  <a:ext uri="{FF2B5EF4-FFF2-40B4-BE49-F238E27FC236}">
                    <a16:creationId xmlns:a16="http://schemas.microsoft.com/office/drawing/2014/main" id="{9519EAEC-B93C-640F-331F-49EF042F6B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0870156" y="6452040"/>
                <a:ext cx="967902" cy="45668"/>
              </a:xfrm>
              <a:custGeom>
                <a:avLst/>
                <a:gdLst>
                  <a:gd name="connsiteX0" fmla="*/ 65915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5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9872193E-E4B1-AC6B-73C2-6A5BD125C2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05452 h 6858000"/>
              <a:gd name="connsiteX3" fmla="*/ 9261602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805452"/>
                </a:lnTo>
                <a:lnTo>
                  <a:pt x="926160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tIns="180000" rIns="486000" anchor="t" anchorCtr="0">
            <a:noAutofit/>
          </a:bodyPr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TRIANGLE PATTERN</a:t>
            </a: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EE3D051D-5BB4-8247-820A-2C9D1184E6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50490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o-margin picture 33%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6292414-F160-6B42-C6F5-A5214F74B7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0" y="0"/>
            <a:ext cx="3986212" cy="6858000"/>
          </a:xfrm>
          <a:solidFill>
            <a:srgbClr val="F2F2F2"/>
          </a:solidFill>
        </p:spPr>
        <p:txBody>
          <a:bodyPr tIns="180000" anchor="t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D352618A-544B-887C-A7BB-3445B7132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43400" y="6497708"/>
            <a:ext cx="6526038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1947B145-1F56-C107-58D6-4B46C9728E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343401" y="1712913"/>
            <a:ext cx="7361237" cy="4411852"/>
          </a:xfrm>
        </p:spPr>
        <p:txBody>
          <a:bodyPr/>
          <a:lstStyle/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C57F9CDE-9BE0-DEE2-EDB0-FA896BAF6F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2"/>
          </p:nvPr>
        </p:nvSpPr>
        <p:spPr>
          <a:xfrm>
            <a:off x="4343403" y="953821"/>
            <a:ext cx="7361235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43400" y="593724"/>
            <a:ext cx="7361238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4595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02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- Blank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56DBB3F3-87D9-4B39-DD4F-AE446C773EA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 tIns="180000" rIns="486000"/>
          <a:lstStyle>
            <a:lvl1pPr algn="r">
              <a:defRPr sz="8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2507056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08261B-26D4-446B-6C9B-D8ED981BF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5DA63-0C90-B116-28AE-01D08D06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943577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ofile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1959C953-3BE5-A601-3E22-B0BB004EA4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99257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59C953-3BE5-A601-3E22-B0BB004EA4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icture background">
            <a:extLst>
              <a:ext uri="{FF2B5EF4-FFF2-40B4-BE49-F238E27FC236}">
                <a16:creationId xmlns:a16="http://schemas.microsoft.com/office/drawing/2014/main" id="{894863FA-FE23-75E8-6021-F59B9E35E69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4008438" cy="6858000"/>
            <a:chOff x="8206799" y="0"/>
            <a:chExt cx="4008438" cy="6858000"/>
          </a:xfrm>
          <a:solidFill>
            <a:schemeClr val="bg2"/>
          </a:solidFill>
        </p:grpSpPr>
        <p:sp>
          <p:nvSpPr>
            <p:cNvPr id="10" name="background color">
              <a:extLst>
                <a:ext uri="{FF2B5EF4-FFF2-40B4-BE49-F238E27FC236}">
                  <a16:creationId xmlns:a16="http://schemas.microsoft.com/office/drawing/2014/main" id="{A3900614-F84A-E653-475A-5F1956CB28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206799" y="0"/>
              <a:ext cx="4008438" cy="6857999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2" name="triangle pattern">
              <a:extLst>
                <a:ext uri="{FF2B5EF4-FFF2-40B4-BE49-F238E27FC236}">
                  <a16:creationId xmlns:a16="http://schemas.microsoft.com/office/drawing/2014/main" id="{341A9164-0C95-2B18-3505-951544C7780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06799" y="0"/>
              <a:ext cx="4008438" cy="6858000"/>
            </a:xfrm>
            <a:prstGeom prst="rect">
              <a:avLst/>
            </a:prstGeom>
          </p:spPr>
        </p:pic>
      </p:grp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B5B72E43-4BAB-4112-4BDD-429A56498B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346574" y="6497708"/>
            <a:ext cx="6517234" cy="360292"/>
          </a:xfr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6BA65AAF-C72A-7411-C43C-C437E0175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46574" y="1522413"/>
            <a:ext cx="7356801" cy="1592262"/>
          </a:xfrm>
          <a:prstGeom prst="rect">
            <a:avLst/>
          </a:prstGeom>
        </p:spPr>
        <p:txBody>
          <a:bodyPr/>
          <a:lstStyle>
            <a:lvl1pPr algn="just">
              <a:defRPr sz="1200"/>
            </a:lvl1pPr>
            <a:lvl2pPr algn="just">
              <a:defRPr sz="1200"/>
            </a:lvl2pPr>
            <a:lvl3pPr marL="270000" indent="0">
              <a:buNone/>
              <a:defRPr sz="1200"/>
            </a:lvl3pPr>
            <a:lvl4pPr marL="540000" indent="0">
              <a:buNone/>
              <a:defRPr sz="1200"/>
            </a:lvl4pPr>
            <a:lvl5pPr marL="810000" indent="0">
              <a:buNone/>
              <a:defRPr sz="1200"/>
            </a:lvl5pPr>
          </a:lstStyle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  <a:endParaRPr lang="hu-HU"/>
          </a:p>
          <a:p>
            <a:pPr lvl="1"/>
            <a:r>
              <a:rPr lang="en-US"/>
              <a:t>Bulleted list (list level_02)</a:t>
            </a:r>
            <a:endParaRPr lang="hu-HU"/>
          </a:p>
          <a:p>
            <a:pPr lvl="1"/>
            <a:r>
              <a:rPr lang="en-US"/>
              <a:t>Bulleted list (list level_03)</a:t>
            </a:r>
            <a:endParaRPr lang="hu-HU"/>
          </a:p>
          <a:p>
            <a:pPr lvl="1"/>
            <a:r>
              <a:rPr lang="en-US"/>
              <a:t>Bulleted list (list level_04)</a:t>
            </a:r>
          </a:p>
        </p:txBody>
      </p:sp>
      <p:sp>
        <p:nvSpPr>
          <p:cNvPr id="5" name="role placeholder">
            <a:extLst>
              <a:ext uri="{FF2B5EF4-FFF2-40B4-BE49-F238E27FC236}">
                <a16:creationId xmlns:a16="http://schemas.microsoft.com/office/drawing/2014/main" id="{C57F9CDE-9BE0-DEE2-EDB0-FA896BAF6F97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4346575" y="953821"/>
            <a:ext cx="7360402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Role</a:t>
            </a:r>
            <a:endParaRPr lang="nl-NL"/>
          </a:p>
        </p:txBody>
      </p:sp>
      <p:sp>
        <p:nvSpPr>
          <p:cNvPr id="11" name="nam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6575" y="593724"/>
            <a:ext cx="73568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/>
              <a:t>Name</a:t>
            </a:r>
            <a:endParaRPr lang="nl-NL"/>
          </a:p>
        </p:txBody>
      </p:sp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9F11F92A-6D76-156E-B47A-6241592EB5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9641" y="429144"/>
            <a:ext cx="1602000" cy="1602000"/>
          </a:xfrm>
          <a:prstGeom prst="ellipse">
            <a:avLst/>
          </a:prstGeom>
          <a:solidFill>
            <a:srgbClr val="F2F2F2"/>
          </a:solidFill>
          <a:ln w="3175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pic>
        <p:nvPicPr>
          <p:cNvPr id="2" name="Ábra 1" descr="Vevőegység egyszínű kitöltéssel">
            <a:extLst>
              <a:ext uri="{FF2B5EF4-FFF2-40B4-BE49-F238E27FC236}">
                <a16:creationId xmlns:a16="http://schemas.microsoft.com/office/drawing/2014/main" id="{AA03150D-0802-59BB-A3CF-FA4ED2AFE5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755" y="2648656"/>
            <a:ext cx="206223" cy="206223"/>
          </a:xfrm>
          <a:prstGeom prst="rect">
            <a:avLst/>
          </a:prstGeom>
        </p:spPr>
      </p:pic>
      <p:pic>
        <p:nvPicPr>
          <p:cNvPr id="6" name="Ábra 5" descr="E-mail egyszínű kitöltéssel">
            <a:extLst>
              <a:ext uri="{FF2B5EF4-FFF2-40B4-BE49-F238E27FC236}">
                <a16:creationId xmlns:a16="http://schemas.microsoft.com/office/drawing/2014/main" id="{926571DA-DAB3-B4B0-EE96-0159490F14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754" y="2268782"/>
            <a:ext cx="206224" cy="206224"/>
          </a:xfrm>
          <a:prstGeom prst="rect">
            <a:avLst/>
          </a:prstGeom>
        </p:spPr>
      </p:pic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59CEE658-8D0F-CE84-C86B-AF08F83D6CB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99641" y="3381894"/>
            <a:ext cx="1602000" cy="1602000"/>
          </a:xfrm>
          <a:prstGeom prst="ellipse">
            <a:avLst/>
          </a:prstGeom>
          <a:solidFill>
            <a:srgbClr val="F2F2F2"/>
          </a:solidFill>
          <a:ln w="31750">
            <a:solidFill>
              <a:schemeClr val="bg1"/>
            </a:solidFill>
          </a:ln>
        </p:spPr>
        <p:txBody>
          <a:bodyPr anchor="ctr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8" name="contact details placeholder">
            <a:extLst>
              <a:ext uri="{FF2B5EF4-FFF2-40B4-BE49-F238E27FC236}">
                <a16:creationId xmlns:a16="http://schemas.microsoft.com/office/drawing/2014/main" id="{4DE0EFFA-9C33-D4E6-EF5A-C6E92BF26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972577" y="5266952"/>
            <a:ext cx="2484998" cy="829048"/>
          </a:xfrm>
          <a:prstGeom prst="rect">
            <a:avLst/>
          </a:prstGeom>
        </p:spPr>
        <p:txBody>
          <a:bodyPr/>
          <a:lstStyle>
            <a:lvl1pPr>
              <a:spcAft>
                <a:spcPts val="1000"/>
              </a:spcAft>
              <a:defRPr sz="1600">
                <a:solidFill>
                  <a:sysClr val="windowText" lastClr="000000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70000" indent="-270000">
              <a:defRPr>
                <a:solidFill>
                  <a:schemeClr val="bg1"/>
                </a:solidFill>
              </a:defRPr>
            </a:lvl6pPr>
            <a:lvl7pPr marL="540000" indent="-270000">
              <a:defRPr>
                <a:solidFill>
                  <a:schemeClr val="bg1"/>
                </a:solidFill>
              </a:defRPr>
            </a:lvl7pPr>
            <a:lvl8pPr marL="0" indent="0">
              <a:buNone/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0" indent="0">
              <a:buNone/>
              <a:defRPr lang="en-US" sz="1600" kern="1200" dirty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  <a:p>
            <a:pPr lvl="0"/>
            <a:endParaRPr lang="en-US"/>
          </a:p>
        </p:txBody>
      </p:sp>
      <p:pic>
        <p:nvPicPr>
          <p:cNvPr id="13" name="Ábra 12" descr="Vevőegység egyszínű kitöltéssel">
            <a:extLst>
              <a:ext uri="{FF2B5EF4-FFF2-40B4-BE49-F238E27FC236}">
                <a16:creationId xmlns:a16="http://schemas.microsoft.com/office/drawing/2014/main" id="{40CE6C93-AC8F-C244-94C8-45344D6DE4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280" y="5658556"/>
            <a:ext cx="206223" cy="206223"/>
          </a:xfrm>
          <a:prstGeom prst="rect">
            <a:avLst/>
          </a:prstGeom>
        </p:spPr>
      </p:pic>
      <p:pic>
        <p:nvPicPr>
          <p:cNvPr id="15" name="Ábra 14" descr="E-mail egyszínű kitöltéssel">
            <a:extLst>
              <a:ext uri="{FF2B5EF4-FFF2-40B4-BE49-F238E27FC236}">
                <a16:creationId xmlns:a16="http://schemas.microsoft.com/office/drawing/2014/main" id="{AA95423E-B424-D87B-4ECD-ADE34C35D9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279" y="5278682"/>
            <a:ext cx="206224" cy="206224"/>
          </a:xfrm>
          <a:prstGeom prst="rect">
            <a:avLst/>
          </a:prstGeom>
        </p:spPr>
      </p:pic>
      <p:sp>
        <p:nvSpPr>
          <p:cNvPr id="17" name="contact details placeholder">
            <a:extLst>
              <a:ext uri="{FF2B5EF4-FFF2-40B4-BE49-F238E27FC236}">
                <a16:creationId xmlns:a16="http://schemas.microsoft.com/office/drawing/2014/main" id="{A869E4F1-5CBE-817F-C1A2-4FEF8E3BE3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82102" y="2285627"/>
            <a:ext cx="2484998" cy="829048"/>
          </a:xfrm>
          <a:prstGeom prst="rect">
            <a:avLst/>
          </a:prstGeom>
        </p:spPr>
        <p:txBody>
          <a:bodyPr/>
          <a:lstStyle>
            <a:lvl1pPr>
              <a:spcAft>
                <a:spcPts val="1000"/>
              </a:spcAft>
              <a:defRPr sz="1600">
                <a:solidFill>
                  <a:sysClr val="windowText" lastClr="000000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70000" indent="-270000">
              <a:defRPr>
                <a:solidFill>
                  <a:schemeClr val="bg1"/>
                </a:solidFill>
              </a:defRPr>
            </a:lvl6pPr>
            <a:lvl7pPr marL="540000" indent="-270000">
              <a:defRPr>
                <a:solidFill>
                  <a:schemeClr val="bg1"/>
                </a:solidFill>
              </a:defRPr>
            </a:lvl7pPr>
            <a:lvl8pPr marL="0" indent="0">
              <a:buNone/>
              <a:defRPr lang="en-US" sz="1600" kern="120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0" indent="0">
              <a:buNone/>
              <a:defRPr lang="en-US" sz="1600" kern="1200" dirty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+XX (telephone number)</a:t>
            </a:r>
          </a:p>
          <a:p>
            <a:pPr lvl="0"/>
            <a:r>
              <a:rPr lang="en-US"/>
              <a:t>email.address@bdo.nl</a:t>
            </a:r>
          </a:p>
          <a:p>
            <a:pPr lvl="0"/>
            <a:endParaRPr lang="en-US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141FD153-BA01-6678-9708-AA36AD3E77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4352593" y="4539456"/>
            <a:ext cx="7356801" cy="1592262"/>
          </a:xfrm>
          <a:prstGeom prst="rect">
            <a:avLst/>
          </a:prstGeom>
        </p:spPr>
        <p:txBody>
          <a:bodyPr/>
          <a:lstStyle>
            <a:lvl1pPr algn="just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2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algn="just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2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270000" indent="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2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540000" indent="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2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810000" indent="0" algn="l" defTabSz="2871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2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  <a:endParaRPr lang="hu-HU"/>
          </a:p>
          <a:p>
            <a:pPr lvl="1"/>
            <a:r>
              <a:rPr lang="en-US"/>
              <a:t>Bulleted list (list level_02)</a:t>
            </a:r>
            <a:endParaRPr lang="hu-HU"/>
          </a:p>
          <a:p>
            <a:pPr lvl="1"/>
            <a:r>
              <a:rPr lang="en-US"/>
              <a:t>Bulleted list (list level_03)</a:t>
            </a:r>
            <a:endParaRPr lang="hu-HU"/>
          </a:p>
          <a:p>
            <a:pPr lvl="1"/>
            <a:r>
              <a:rPr lang="en-US"/>
              <a:t>Bulleted list (list level_04)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24A0027-86F2-E401-20D8-C6A4E4534C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46574" y="3616662"/>
            <a:ext cx="7358400" cy="360097"/>
          </a:xfrm>
        </p:spPr>
        <p:txBody>
          <a:bodyPr anchor="ctr"/>
          <a:lstStyle>
            <a:lvl1pPr>
              <a:defRPr lang="en-GB" sz="2600" b="0" kern="1200" dirty="0">
                <a:solidFill>
                  <a:srgbClr val="ED1A3B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lvl="0"/>
            <a:endParaRPr lang="en-GB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A555239B-58B9-CF35-45DC-05CE4D4F466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46574" y="3976759"/>
            <a:ext cx="7362000" cy="360097"/>
          </a:xfrm>
        </p:spPr>
        <p:txBody>
          <a:bodyPr anchor="ctr"/>
          <a:lstStyle>
            <a:lvl1pPr>
              <a:defRPr lang="en-GB" sz="1800" b="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961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2" pos="4943">
          <p15:clr>
            <a:srgbClr val="FBAE40"/>
          </p15:clr>
        </p15:guide>
        <p15:guide id="3" pos="2525">
          <p15:clr>
            <a:srgbClr val="FBAE40"/>
          </p15:clr>
        </p15:guide>
        <p15:guide id="4" pos="5169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 – 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387D54A-A5B7-7622-E53C-3150A348C0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736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387D54A-A5B7-7622-E53C-3150A348C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triangle pattern">
            <a:extLst>
              <a:ext uri="{FF2B5EF4-FFF2-40B4-BE49-F238E27FC236}">
                <a16:creationId xmlns:a16="http://schemas.microsoft.com/office/drawing/2014/main" id="{243244D2-B309-D68E-78A0-39773A16364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grpSp>
        <p:nvGrpSpPr>
          <p:cNvPr id="1278" name="cornerstone + logo">
            <a:extLst>
              <a:ext uri="{FF2B5EF4-FFF2-40B4-BE49-F238E27FC236}">
                <a16:creationId xmlns:a16="http://schemas.microsoft.com/office/drawing/2014/main" id="{25148107-19B3-E575-960A-AA6EC3A2E5E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1279" name="cornerstone">
              <a:extLst>
                <a:ext uri="{FF2B5EF4-FFF2-40B4-BE49-F238E27FC236}">
                  <a16:creationId xmlns:a16="http://schemas.microsoft.com/office/drawing/2014/main" id="{679DE6C3-F80A-9E69-4DBE-763239938A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rgbClr val="E81A3B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1280" name="BDO logo">
              <a:extLst>
                <a:ext uri="{FF2B5EF4-FFF2-40B4-BE49-F238E27FC236}">
                  <a16:creationId xmlns:a16="http://schemas.microsoft.com/office/drawing/2014/main" id="{7BAF97A8-D8B7-E59E-482C-39FBA8F8503C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0863808" y="6124766"/>
              <a:ext cx="970457" cy="372942"/>
              <a:chOff x="10870156" y="6124766"/>
              <a:chExt cx="970457" cy="372942"/>
            </a:xfrm>
          </p:grpSpPr>
          <p:sp>
            <p:nvSpPr>
              <p:cNvPr id="1281" name="Vrije vorm: vorm 1280">
                <a:extLst>
                  <a:ext uri="{FF2B5EF4-FFF2-40B4-BE49-F238E27FC236}">
                    <a16:creationId xmlns:a16="http://schemas.microsoft.com/office/drawing/2014/main" id="{6DF13538-B822-A1E2-0E92-1434BE74EC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985596" y="61285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9 w 242112"/>
                  <a:gd name="connsiteY5" fmla="*/ 278873 h 278873"/>
                  <a:gd name="connsiteX6" fmla="*/ 11409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9" y="278873"/>
                    </a:lnTo>
                    <a:lnTo>
                      <a:pt x="11409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2" name="Vrije vorm: vorm 1281">
                <a:extLst>
                  <a:ext uri="{FF2B5EF4-FFF2-40B4-BE49-F238E27FC236}">
                    <a16:creationId xmlns:a16="http://schemas.microsoft.com/office/drawing/2014/main" id="{A4B16CCE-44D4-86E8-C427-8906411560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255802" y="61260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3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3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9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3" name="Vrije vorm: vorm 1282">
                <a:extLst>
                  <a:ext uri="{FF2B5EF4-FFF2-40B4-BE49-F238E27FC236}">
                    <a16:creationId xmlns:a16="http://schemas.microsoft.com/office/drawing/2014/main" id="{D57641A9-26DE-5197-2228-4F73DA4933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543768" y="6124766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3099"/>
                      <a:pt x="58310" y="14323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4" name="Vrije vorm: vorm 1283">
                <a:extLst>
                  <a:ext uri="{FF2B5EF4-FFF2-40B4-BE49-F238E27FC236}">
                    <a16:creationId xmlns:a16="http://schemas.microsoft.com/office/drawing/2014/main" id="{E9AE0A1A-D226-779D-EB5A-06877EE9C3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0870156" y="6128572"/>
                <a:ext cx="55817" cy="348857"/>
              </a:xfrm>
              <a:custGeom>
                <a:avLst/>
                <a:gdLst>
                  <a:gd name="connsiteX0" fmla="*/ 0 w 55774"/>
                  <a:gd name="connsiteY0" fmla="*/ 0 h 348591"/>
                  <a:gd name="connsiteX1" fmla="*/ 0 w 55774"/>
                  <a:gd name="connsiteY1" fmla="*/ 348592 h 348591"/>
                  <a:gd name="connsiteX2" fmla="*/ 55775 w 55774"/>
                  <a:gd name="connsiteY2" fmla="*/ 310563 h 348591"/>
                  <a:gd name="connsiteX3" fmla="*/ 55775 w 55774"/>
                  <a:gd name="connsiteY3" fmla="*/ 0 h 348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8591">
                    <a:moveTo>
                      <a:pt x="0" y="0"/>
                    </a:moveTo>
                    <a:lnTo>
                      <a:pt x="0" y="348592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85" name="Vrije vorm: vorm 1284">
                <a:extLst>
                  <a:ext uri="{FF2B5EF4-FFF2-40B4-BE49-F238E27FC236}">
                    <a16:creationId xmlns:a16="http://schemas.microsoft.com/office/drawing/2014/main" id="{9519EAEC-B93C-640F-331F-49EF042F6B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0870156" y="6452040"/>
                <a:ext cx="967902" cy="45668"/>
              </a:xfrm>
              <a:custGeom>
                <a:avLst/>
                <a:gdLst>
                  <a:gd name="connsiteX0" fmla="*/ 65915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5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chemeClr val="bg1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2B64D438-14FE-7656-81F1-42ECBD547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646060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 – 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C374E06-0544-F59F-5164-9989DFABAA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3634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C374E06-0544-F59F-5164-9989DFABA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background">
            <a:extLst>
              <a:ext uri="{FF2B5EF4-FFF2-40B4-BE49-F238E27FC236}">
                <a16:creationId xmlns:a16="http://schemas.microsoft.com/office/drawing/2014/main" id="{D72627F7-70BF-A7A2-3A73-90CCBE9FB73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93200" cy="6858675"/>
            <a:chOff x="0" y="0"/>
            <a:chExt cx="12193200" cy="6858675"/>
          </a:xfrm>
        </p:grpSpPr>
        <p:sp>
          <p:nvSpPr>
            <p:cNvPr id="5" name="background color">
              <a:extLst>
                <a:ext uri="{FF2B5EF4-FFF2-40B4-BE49-F238E27FC236}">
                  <a16:creationId xmlns:a16="http://schemas.microsoft.com/office/drawing/2014/main" id="{176F8A0F-38FA-B0B4-B72B-420808B1CD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12193200" cy="6858000"/>
            </a:xfrm>
            <a:prstGeom prst="rect">
              <a:avLst/>
            </a:prstGeom>
            <a:solidFill>
              <a:srgbClr val="E8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/>
            </a:p>
          </p:txBody>
        </p:sp>
        <p:pic>
          <p:nvPicPr>
            <p:cNvPr id="6" name="triangle pattern">
              <a:extLst>
                <a:ext uri="{FF2B5EF4-FFF2-40B4-BE49-F238E27FC236}">
                  <a16:creationId xmlns:a16="http://schemas.microsoft.com/office/drawing/2014/main" id="{5F9CAFA7-4E1C-7D56-0361-8AA6B86B7155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3200" cy="6858675"/>
            </a:xfrm>
            <a:prstGeom prst="rect">
              <a:avLst/>
            </a:prstGeom>
          </p:spPr>
        </p:pic>
      </p:grpSp>
      <p:grpSp>
        <p:nvGrpSpPr>
          <p:cNvPr id="7" name="cornerstone + logo">
            <a:extLst>
              <a:ext uri="{FF2B5EF4-FFF2-40B4-BE49-F238E27FC236}">
                <a16:creationId xmlns:a16="http://schemas.microsoft.com/office/drawing/2014/main" id="{0C764E7E-C9F1-ED8E-F95E-0753C371B6D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261600" y="4805452"/>
            <a:ext cx="2930400" cy="2052548"/>
            <a:chOff x="9261600" y="4805452"/>
            <a:chExt cx="2930400" cy="2052548"/>
          </a:xfrm>
        </p:grpSpPr>
        <p:sp>
          <p:nvSpPr>
            <p:cNvPr id="8" name="cornerstone">
              <a:extLst>
                <a:ext uri="{FF2B5EF4-FFF2-40B4-BE49-F238E27FC236}">
                  <a16:creationId xmlns:a16="http://schemas.microsoft.com/office/drawing/2014/main" id="{1FAA95B0-A8D6-93B4-E0CD-663D5EEEEE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261600" y="4805452"/>
              <a:ext cx="2930400" cy="2052548"/>
            </a:xfrm>
            <a:custGeom>
              <a:avLst/>
              <a:gdLst>
                <a:gd name="connsiteX0" fmla="*/ 2928169 w 2928169"/>
                <a:gd name="connsiteY0" fmla="*/ 0 h 2050985"/>
                <a:gd name="connsiteX1" fmla="*/ 0 w 2928169"/>
                <a:gd name="connsiteY1" fmla="*/ 2050986 h 2050985"/>
                <a:gd name="connsiteX2" fmla="*/ 2928169 w 2928169"/>
                <a:gd name="connsiteY2" fmla="*/ 2050986 h 2050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169" h="2050985">
                  <a:moveTo>
                    <a:pt x="2928169" y="0"/>
                  </a:moveTo>
                  <a:lnTo>
                    <a:pt x="0" y="2050986"/>
                  </a:lnTo>
                  <a:lnTo>
                    <a:pt x="2928169" y="2050986"/>
                  </a:lnTo>
                  <a:close/>
                </a:path>
              </a:pathLst>
            </a:custGeom>
            <a:solidFill>
              <a:schemeClr val="bg1"/>
            </a:solidFill>
            <a:ln w="12644" cap="flat">
              <a:noFill/>
              <a:prstDash val="solid"/>
              <a:miter/>
            </a:ln>
          </p:spPr>
          <p:txBody>
            <a:bodyPr lIns="0" tIns="0" rIns="0" bIns="0" rtlCol="0" anchor="b" anchorCtr="0"/>
            <a:lstStyle/>
            <a:p>
              <a:pPr algn="r"/>
              <a:endParaRPr lang="nl-NL" sz="800">
                <a:noFill/>
                <a:latin typeface="Trebuchet MS" panose="020B0603020202020204" pitchFamily="34" charset="0"/>
              </a:endParaRPr>
            </a:p>
          </p:txBody>
        </p:sp>
        <p:grpSp>
          <p:nvGrpSpPr>
            <p:cNvPr id="9" name="BDO logo">
              <a:extLst>
                <a:ext uri="{FF2B5EF4-FFF2-40B4-BE49-F238E27FC236}">
                  <a16:creationId xmlns:a16="http://schemas.microsoft.com/office/drawing/2014/main" id="{6B1067BB-4341-4D04-4E9B-C924342D5295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0863808" y="6124749"/>
              <a:ext cx="970457" cy="372959"/>
              <a:chOff x="359004" y="356467"/>
              <a:chExt cx="970457" cy="372959"/>
            </a:xfrm>
            <a:solidFill>
              <a:srgbClr val="22409A"/>
            </a:solidFill>
          </p:grpSpPr>
          <p:sp>
            <p:nvSpPr>
              <p:cNvPr id="10" name="Vrije vorm: vorm 9">
                <a:extLst>
                  <a:ext uri="{FF2B5EF4-FFF2-40B4-BE49-F238E27FC236}">
                    <a16:creationId xmlns:a16="http://schemas.microsoft.com/office/drawing/2014/main" id="{586591DF-3355-DDB8-5AFC-65EB99FFB2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5713" y="360272"/>
                <a:ext cx="242296" cy="279085"/>
              </a:xfrm>
              <a:custGeom>
                <a:avLst/>
                <a:gdLst>
                  <a:gd name="connsiteX0" fmla="*/ 68451 w 242112"/>
                  <a:gd name="connsiteY0" fmla="*/ 150845 h 278873"/>
                  <a:gd name="connsiteX1" fmla="*/ 102676 w 242112"/>
                  <a:gd name="connsiteY1" fmla="*/ 150845 h 278873"/>
                  <a:gd name="connsiteX2" fmla="*/ 186338 w 242112"/>
                  <a:gd name="connsiteY2" fmla="*/ 195211 h 278873"/>
                  <a:gd name="connsiteX3" fmla="*/ 128028 w 242112"/>
                  <a:gd name="connsiteY3" fmla="*/ 235775 h 278873"/>
                  <a:gd name="connsiteX4" fmla="*/ 73521 w 242112"/>
                  <a:gd name="connsiteY4" fmla="*/ 235775 h 278873"/>
                  <a:gd name="connsiteX5" fmla="*/ 11408 w 242112"/>
                  <a:gd name="connsiteY5" fmla="*/ 278873 h 278873"/>
                  <a:gd name="connsiteX6" fmla="*/ 11408 w 242112"/>
                  <a:gd name="connsiteY6" fmla="*/ 278873 h 278873"/>
                  <a:gd name="connsiteX7" fmla="*/ 126761 w 242112"/>
                  <a:gd name="connsiteY7" fmla="*/ 278873 h 278873"/>
                  <a:gd name="connsiteX8" fmla="*/ 242113 w 242112"/>
                  <a:gd name="connsiteY8" fmla="*/ 196479 h 278873"/>
                  <a:gd name="connsiteX9" fmla="*/ 163521 w 242112"/>
                  <a:gd name="connsiteY9" fmla="*/ 126761 h 278873"/>
                  <a:gd name="connsiteX10" fmla="*/ 219296 w 242112"/>
                  <a:gd name="connsiteY10" fmla="*/ 65915 h 278873"/>
                  <a:gd name="connsiteX11" fmla="*/ 143239 w 242112"/>
                  <a:gd name="connsiteY11" fmla="*/ 0 h 278873"/>
                  <a:gd name="connsiteX12" fmla="*/ 25352 w 242112"/>
                  <a:gd name="connsiteY12" fmla="*/ 0 h 278873"/>
                  <a:gd name="connsiteX13" fmla="*/ 0 w 242112"/>
                  <a:gd name="connsiteY13" fmla="*/ 0 h 278873"/>
                  <a:gd name="connsiteX14" fmla="*/ 10141 w 242112"/>
                  <a:gd name="connsiteY14" fmla="*/ 22817 h 278873"/>
                  <a:gd name="connsiteX15" fmla="*/ 10141 w 242112"/>
                  <a:gd name="connsiteY15" fmla="*/ 259859 h 278873"/>
                  <a:gd name="connsiteX16" fmla="*/ 67183 w 242112"/>
                  <a:gd name="connsiteY16" fmla="*/ 220563 h 278873"/>
                  <a:gd name="connsiteX17" fmla="*/ 67183 w 242112"/>
                  <a:gd name="connsiteY17" fmla="*/ 150845 h 278873"/>
                  <a:gd name="connsiteX18" fmla="*/ 68451 w 242112"/>
                  <a:gd name="connsiteY18" fmla="*/ 43099 h 278873"/>
                  <a:gd name="connsiteX19" fmla="*/ 128028 w 242112"/>
                  <a:gd name="connsiteY19" fmla="*/ 43099 h 278873"/>
                  <a:gd name="connsiteX20" fmla="*/ 164789 w 242112"/>
                  <a:gd name="connsiteY20" fmla="*/ 74789 h 278873"/>
                  <a:gd name="connsiteX21" fmla="*/ 114085 w 242112"/>
                  <a:gd name="connsiteY21" fmla="*/ 114085 h 278873"/>
                  <a:gd name="connsiteX22" fmla="*/ 69718 w 242112"/>
                  <a:gd name="connsiteY22" fmla="*/ 114085 h 278873"/>
                  <a:gd name="connsiteX23" fmla="*/ 69718 w 242112"/>
                  <a:gd name="connsiteY23" fmla="*/ 43099 h 27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112" h="278873">
                    <a:moveTo>
                      <a:pt x="68451" y="150845"/>
                    </a:moveTo>
                    <a:lnTo>
                      <a:pt x="102676" y="150845"/>
                    </a:lnTo>
                    <a:cubicBezTo>
                      <a:pt x="158451" y="150845"/>
                      <a:pt x="186338" y="163521"/>
                      <a:pt x="186338" y="195211"/>
                    </a:cubicBezTo>
                    <a:cubicBezTo>
                      <a:pt x="186338" y="224366"/>
                      <a:pt x="163521" y="235775"/>
                      <a:pt x="128028" y="235775"/>
                    </a:cubicBezTo>
                    <a:cubicBezTo>
                      <a:pt x="119155" y="235775"/>
                      <a:pt x="86197" y="235775"/>
                      <a:pt x="73521" y="235775"/>
                    </a:cubicBezTo>
                    <a:lnTo>
                      <a:pt x="11408" y="278873"/>
                    </a:lnTo>
                    <a:lnTo>
                      <a:pt x="11408" y="278873"/>
                    </a:lnTo>
                    <a:lnTo>
                      <a:pt x="126761" y="278873"/>
                    </a:lnTo>
                    <a:cubicBezTo>
                      <a:pt x="196479" y="278873"/>
                      <a:pt x="242113" y="253521"/>
                      <a:pt x="242113" y="196479"/>
                    </a:cubicBezTo>
                    <a:cubicBezTo>
                      <a:pt x="242113" y="145775"/>
                      <a:pt x="200282" y="126761"/>
                      <a:pt x="163521" y="126761"/>
                    </a:cubicBezTo>
                    <a:cubicBezTo>
                      <a:pt x="188873" y="126761"/>
                      <a:pt x="219296" y="103944"/>
                      <a:pt x="219296" y="65915"/>
                    </a:cubicBezTo>
                    <a:cubicBezTo>
                      <a:pt x="219296" y="27887"/>
                      <a:pt x="183803" y="0"/>
                      <a:pt x="143239" y="0"/>
                    </a:cubicBezTo>
                    <a:lnTo>
                      <a:pt x="25352" y="0"/>
                    </a:ln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150845"/>
                    </a:lnTo>
                    <a:close/>
                    <a:moveTo>
                      <a:pt x="68451" y="43099"/>
                    </a:moveTo>
                    <a:lnTo>
                      <a:pt x="128028" y="43099"/>
                    </a:lnTo>
                    <a:cubicBezTo>
                      <a:pt x="144507" y="43099"/>
                      <a:pt x="164789" y="46901"/>
                      <a:pt x="164789" y="74789"/>
                    </a:cubicBezTo>
                    <a:cubicBezTo>
                      <a:pt x="164789" y="102676"/>
                      <a:pt x="135634" y="114085"/>
                      <a:pt x="114085" y="114085"/>
                    </a:cubicBezTo>
                    <a:lnTo>
                      <a:pt x="69718" y="114085"/>
                    </a:lnTo>
                    <a:lnTo>
                      <a:pt x="69718" y="43099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1" name="Vrije vorm: vorm 10">
                <a:extLst>
                  <a:ext uri="{FF2B5EF4-FFF2-40B4-BE49-F238E27FC236}">
                    <a16:creationId xmlns:a16="http://schemas.microsoft.com/office/drawing/2014/main" id="{D46F3B34-A164-8D99-0F68-ED8FB0EA839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44650" y="357735"/>
                <a:ext cx="261325" cy="281622"/>
              </a:xfrm>
              <a:custGeom>
                <a:avLst/>
                <a:gdLst>
                  <a:gd name="connsiteX0" fmla="*/ 67183 w 261126"/>
                  <a:gd name="connsiteY0" fmla="*/ 45634 h 281408"/>
                  <a:gd name="connsiteX1" fmla="*/ 105211 w 261126"/>
                  <a:gd name="connsiteY1" fmla="*/ 45634 h 281408"/>
                  <a:gd name="connsiteX2" fmla="*/ 202817 w 261126"/>
                  <a:gd name="connsiteY2" fmla="*/ 141972 h 281408"/>
                  <a:gd name="connsiteX3" fmla="*/ 105211 w 261126"/>
                  <a:gd name="connsiteY3" fmla="*/ 238310 h 281408"/>
                  <a:gd name="connsiteX4" fmla="*/ 72254 w 261126"/>
                  <a:gd name="connsiteY4" fmla="*/ 238310 h 281408"/>
                  <a:gd name="connsiteX5" fmla="*/ 10141 w 261126"/>
                  <a:gd name="connsiteY5" fmla="*/ 281408 h 281408"/>
                  <a:gd name="connsiteX6" fmla="*/ 10141 w 261126"/>
                  <a:gd name="connsiteY6" fmla="*/ 281408 h 281408"/>
                  <a:gd name="connsiteX7" fmla="*/ 121690 w 261126"/>
                  <a:gd name="connsiteY7" fmla="*/ 281408 h 281408"/>
                  <a:gd name="connsiteX8" fmla="*/ 261127 w 261126"/>
                  <a:gd name="connsiteY8" fmla="*/ 140704 h 281408"/>
                  <a:gd name="connsiteX9" fmla="*/ 121690 w 261126"/>
                  <a:gd name="connsiteY9" fmla="*/ 0 h 281408"/>
                  <a:gd name="connsiteX10" fmla="*/ 0 w 261126"/>
                  <a:gd name="connsiteY10" fmla="*/ 0 h 281408"/>
                  <a:gd name="connsiteX11" fmla="*/ 10141 w 261126"/>
                  <a:gd name="connsiteY11" fmla="*/ 22817 h 281408"/>
                  <a:gd name="connsiteX12" fmla="*/ 10141 w 261126"/>
                  <a:gd name="connsiteY12" fmla="*/ 259859 h 281408"/>
                  <a:gd name="connsiteX13" fmla="*/ 67183 w 261126"/>
                  <a:gd name="connsiteY13" fmla="*/ 220563 h 281408"/>
                  <a:gd name="connsiteX14" fmla="*/ 67183 w 261126"/>
                  <a:gd name="connsiteY14" fmla="*/ 45634 h 2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126" h="281408">
                    <a:moveTo>
                      <a:pt x="67183" y="45634"/>
                    </a:moveTo>
                    <a:lnTo>
                      <a:pt x="105211" y="45634"/>
                    </a:lnTo>
                    <a:cubicBezTo>
                      <a:pt x="121690" y="45634"/>
                      <a:pt x="202817" y="49437"/>
                      <a:pt x="202817" y="141972"/>
                    </a:cubicBezTo>
                    <a:cubicBezTo>
                      <a:pt x="202817" y="248451"/>
                      <a:pt x="105211" y="238310"/>
                      <a:pt x="105211" y="238310"/>
                    </a:cubicBezTo>
                    <a:lnTo>
                      <a:pt x="72254" y="238310"/>
                    </a:lnTo>
                    <a:lnTo>
                      <a:pt x="10141" y="281408"/>
                    </a:lnTo>
                    <a:lnTo>
                      <a:pt x="10141" y="281408"/>
                    </a:lnTo>
                    <a:lnTo>
                      <a:pt x="121690" y="281408"/>
                    </a:lnTo>
                    <a:cubicBezTo>
                      <a:pt x="191408" y="281408"/>
                      <a:pt x="261127" y="238310"/>
                      <a:pt x="261127" y="140704"/>
                    </a:cubicBezTo>
                    <a:cubicBezTo>
                      <a:pt x="261127" y="54507"/>
                      <a:pt x="199014" y="0"/>
                      <a:pt x="121690" y="0"/>
                    </a:cubicBezTo>
                    <a:lnTo>
                      <a:pt x="0" y="0"/>
                    </a:lnTo>
                    <a:lnTo>
                      <a:pt x="10141" y="22817"/>
                    </a:lnTo>
                    <a:lnTo>
                      <a:pt x="10141" y="259859"/>
                    </a:lnTo>
                    <a:lnTo>
                      <a:pt x="67183" y="220563"/>
                    </a:lnTo>
                    <a:lnTo>
                      <a:pt x="67183" y="45634"/>
                    </a:ln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2" name="Vrije vorm: vorm 11">
                <a:extLst>
                  <a:ext uri="{FF2B5EF4-FFF2-40B4-BE49-F238E27FC236}">
                    <a16:creationId xmlns:a16="http://schemas.microsoft.com/office/drawing/2014/main" id="{4B720D12-DD28-29CB-99A8-43B00A7DBB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32616" y="356467"/>
                <a:ext cx="296845" cy="286696"/>
              </a:xfrm>
              <a:custGeom>
                <a:avLst/>
                <a:gdLst>
                  <a:gd name="connsiteX0" fmla="*/ 0 w 296619"/>
                  <a:gd name="connsiteY0" fmla="*/ 143239 h 286478"/>
                  <a:gd name="connsiteX1" fmla="*/ 148310 w 296619"/>
                  <a:gd name="connsiteY1" fmla="*/ 286479 h 286478"/>
                  <a:gd name="connsiteX2" fmla="*/ 296620 w 296619"/>
                  <a:gd name="connsiteY2" fmla="*/ 143239 h 286478"/>
                  <a:gd name="connsiteX3" fmla="*/ 148310 w 296619"/>
                  <a:gd name="connsiteY3" fmla="*/ 0 h 286478"/>
                  <a:gd name="connsiteX4" fmla="*/ 0 w 296619"/>
                  <a:gd name="connsiteY4" fmla="*/ 143239 h 286478"/>
                  <a:gd name="connsiteX5" fmla="*/ 58310 w 296619"/>
                  <a:gd name="connsiteY5" fmla="*/ 143239 h 286478"/>
                  <a:gd name="connsiteX6" fmla="*/ 148310 w 296619"/>
                  <a:gd name="connsiteY6" fmla="*/ 41831 h 286478"/>
                  <a:gd name="connsiteX7" fmla="*/ 238310 w 296619"/>
                  <a:gd name="connsiteY7" fmla="*/ 143239 h 286478"/>
                  <a:gd name="connsiteX8" fmla="*/ 148310 w 296619"/>
                  <a:gd name="connsiteY8" fmla="*/ 244648 h 286478"/>
                  <a:gd name="connsiteX9" fmla="*/ 58310 w 296619"/>
                  <a:gd name="connsiteY9" fmla="*/ 143239 h 28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619" h="286478">
                    <a:moveTo>
                      <a:pt x="0" y="143239"/>
                    </a:moveTo>
                    <a:cubicBezTo>
                      <a:pt x="0" y="254789"/>
                      <a:pt x="90000" y="286479"/>
                      <a:pt x="148310" y="286479"/>
                    </a:cubicBezTo>
                    <a:cubicBezTo>
                      <a:pt x="206620" y="286479"/>
                      <a:pt x="296620" y="254789"/>
                      <a:pt x="296620" y="143239"/>
                    </a:cubicBezTo>
                    <a:cubicBezTo>
                      <a:pt x="296620" y="31690"/>
                      <a:pt x="206620" y="0"/>
                      <a:pt x="148310" y="0"/>
                    </a:cubicBezTo>
                    <a:cubicBezTo>
                      <a:pt x="90000" y="0"/>
                      <a:pt x="0" y="31690"/>
                      <a:pt x="0" y="143239"/>
                    </a:cubicBezTo>
                    <a:close/>
                    <a:moveTo>
                      <a:pt x="58310" y="143239"/>
                    </a:moveTo>
                    <a:cubicBezTo>
                      <a:pt x="58310" y="63380"/>
                      <a:pt x="112817" y="41831"/>
                      <a:pt x="148310" y="41831"/>
                    </a:cubicBezTo>
                    <a:cubicBezTo>
                      <a:pt x="183803" y="41831"/>
                      <a:pt x="238310" y="64648"/>
                      <a:pt x="238310" y="143239"/>
                    </a:cubicBezTo>
                    <a:cubicBezTo>
                      <a:pt x="238310" y="223099"/>
                      <a:pt x="183803" y="244648"/>
                      <a:pt x="148310" y="244648"/>
                    </a:cubicBezTo>
                    <a:cubicBezTo>
                      <a:pt x="112817" y="244648"/>
                      <a:pt x="58310" y="221831"/>
                      <a:pt x="58310" y="143239"/>
                    </a:cubicBezTo>
                    <a:close/>
                  </a:path>
                </a:pathLst>
              </a:custGeom>
              <a:grpFill/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3" name="Vrije vorm: vorm 12">
                <a:extLst>
                  <a:ext uri="{FF2B5EF4-FFF2-40B4-BE49-F238E27FC236}">
                    <a16:creationId xmlns:a16="http://schemas.microsoft.com/office/drawing/2014/main" id="{51395E29-D7E3-5227-42A2-AE1A9D8FFF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359004"/>
                <a:ext cx="55817" cy="350126"/>
              </a:xfrm>
              <a:custGeom>
                <a:avLst/>
                <a:gdLst>
                  <a:gd name="connsiteX0" fmla="*/ 0 w 55774"/>
                  <a:gd name="connsiteY0" fmla="*/ 0 h 349859"/>
                  <a:gd name="connsiteX1" fmla="*/ 0 w 55774"/>
                  <a:gd name="connsiteY1" fmla="*/ 349859 h 349859"/>
                  <a:gd name="connsiteX2" fmla="*/ 55775 w 55774"/>
                  <a:gd name="connsiteY2" fmla="*/ 310563 h 349859"/>
                  <a:gd name="connsiteX3" fmla="*/ 55775 w 55774"/>
                  <a:gd name="connsiteY3" fmla="*/ 0 h 34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774" h="349859">
                    <a:moveTo>
                      <a:pt x="0" y="0"/>
                    </a:moveTo>
                    <a:lnTo>
                      <a:pt x="0" y="349859"/>
                    </a:lnTo>
                    <a:lnTo>
                      <a:pt x="55775" y="310563"/>
                    </a:lnTo>
                    <a:lnTo>
                      <a:pt x="55775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  <p:sp>
            <p:nvSpPr>
              <p:cNvPr id="15" name="Vrije vorm: vorm 14">
                <a:extLst>
                  <a:ext uri="{FF2B5EF4-FFF2-40B4-BE49-F238E27FC236}">
                    <a16:creationId xmlns:a16="http://schemas.microsoft.com/office/drawing/2014/main" id="{DB923FE2-A32D-8BB9-FFBB-0968F83543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9004" y="683758"/>
                <a:ext cx="967920" cy="45668"/>
              </a:xfrm>
              <a:custGeom>
                <a:avLst/>
                <a:gdLst>
                  <a:gd name="connsiteX0" fmla="*/ 65916 w 967183"/>
                  <a:gd name="connsiteY0" fmla="*/ 0 h 45633"/>
                  <a:gd name="connsiteX1" fmla="*/ 0 w 967183"/>
                  <a:gd name="connsiteY1" fmla="*/ 45634 h 45633"/>
                  <a:gd name="connsiteX2" fmla="*/ 967183 w 967183"/>
                  <a:gd name="connsiteY2" fmla="*/ 45634 h 45633"/>
                  <a:gd name="connsiteX3" fmla="*/ 967183 w 967183"/>
                  <a:gd name="connsiteY3" fmla="*/ 0 h 4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183" h="45633">
                    <a:moveTo>
                      <a:pt x="65916" y="0"/>
                    </a:moveTo>
                    <a:lnTo>
                      <a:pt x="0" y="45634"/>
                    </a:lnTo>
                    <a:lnTo>
                      <a:pt x="967183" y="45634"/>
                    </a:lnTo>
                    <a:lnTo>
                      <a:pt x="967183" y="0"/>
                    </a:lnTo>
                    <a:close/>
                  </a:path>
                </a:pathLst>
              </a:custGeom>
              <a:solidFill>
                <a:srgbClr val="E81A3B"/>
              </a:solidFill>
              <a:ln w="126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1800"/>
              </a:p>
            </p:txBody>
          </p:sp>
        </p:grpSp>
      </p:grp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26AA12A1-D06D-C1D5-966C-1A29004D85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6000" y="2757600"/>
            <a:ext cx="10970400" cy="492443"/>
          </a:xfrm>
          <a:prstGeom prst="rect">
            <a:avLst/>
          </a:prstGeom>
        </p:spPr>
        <p:txBody>
          <a:bodyPr wrap="square" tIns="0" anchor="ctr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423972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_Standorte Deutschland ">
  <p:cSld name="EN_Standorte Deutschland 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1364223" y="942959"/>
            <a:ext cx="10193019" cy="26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14"/>
              <a:buNone/>
              <a:defRPr sz="1814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►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AutoNum type="arabicPeriod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50"/>
              <a:buAutoNum type="alphaLcPeriod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1364223" y="1248649"/>
            <a:ext cx="10193019" cy="391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►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AutoNum type="arabicPeriod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50"/>
              <a:buAutoNum type="alphaLcPeriod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083602" y="6440711"/>
            <a:ext cx="473001" cy="14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544" b="0" i="0" u="none" strike="noStrike" cap="none">
                <a:solidFill>
                  <a:srgbClr val="27FFB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544" b="0" i="0" u="none" strike="noStrike" cap="none">
                <a:solidFill>
                  <a:srgbClr val="27FFB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544" b="0" i="0" u="none" strike="noStrike" cap="none">
                <a:solidFill>
                  <a:srgbClr val="27FFB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544" b="0" i="0" u="none" strike="noStrike" cap="none">
                <a:solidFill>
                  <a:srgbClr val="27FFB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544" b="0" i="0" u="none" strike="noStrike" cap="none">
                <a:solidFill>
                  <a:srgbClr val="27FFB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544" b="0" i="0" u="none" strike="noStrike" cap="none">
                <a:solidFill>
                  <a:srgbClr val="27FFB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544" b="0" i="0" u="none" strike="noStrike" cap="none">
                <a:solidFill>
                  <a:srgbClr val="27FFB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544" b="0" i="0" u="none" strike="noStrike" cap="none">
                <a:solidFill>
                  <a:srgbClr val="27FFB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544" b="0" i="0" u="none" strike="noStrike" cap="none">
                <a:solidFill>
                  <a:srgbClr val="27FFB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635397" y="6440711"/>
            <a:ext cx="9033122" cy="14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4" cap="none">
                <a:solidFill>
                  <a:srgbClr val="27FFB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554587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561D4AB5-3140-7D94-140F-AD0D11CE5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3E94C006-82F4-A3A9-0DCF-649B69B7D9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85776" y="1712913"/>
            <a:ext cx="11218862" cy="4411852"/>
          </a:xfrm>
        </p:spPr>
        <p:txBody>
          <a:bodyPr/>
          <a:lstStyle/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C57F9CDE-9BE0-DEE2-EDB0-FA896BAF6F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2"/>
          </p:nvPr>
        </p:nvSpPr>
        <p:spPr>
          <a:xfrm>
            <a:off x="485777" y="953821"/>
            <a:ext cx="11221200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94893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ckground (FS) + text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EB931FE2-43E2-1901-F98C-F93E60296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solidFill>
            <a:srgbClr val="F2F2F2"/>
          </a:solidFill>
        </p:spPr>
        <p:txBody>
          <a:bodyPr tIns="180000" rIns="360000" anchor="t" anchorCtr="0"/>
          <a:lstStyle>
            <a:lvl1pPr algn="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46069359-FDF3-8D1C-F7EC-DCC2711A2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ADADAD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ADADAD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5" name="page # placeholder">
            <a:extLst>
              <a:ext uri="{FF2B5EF4-FFF2-40B4-BE49-F238E27FC236}">
                <a16:creationId xmlns:a16="http://schemas.microsoft.com/office/drawing/2014/main" id="{3CFF9D3D-7EE8-5B05-7C67-CBF544BC5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1947B145-1F56-C107-58D6-4B46C9728E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85775" y="593725"/>
            <a:ext cx="3499200" cy="5531040"/>
          </a:xfrm>
          <a:solidFill>
            <a:schemeClr val="bg1">
              <a:alpha val="80000"/>
            </a:schemeClr>
          </a:solidFill>
        </p:spPr>
        <p:txBody>
          <a:bodyPr lIns="180000" tIns="180000" rIns="180000" bIns="180000"/>
          <a:lstStyle/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</p:spTree>
    <p:extLst>
      <p:ext uri="{BB962C8B-B14F-4D97-AF65-F5344CB8AC3E}">
        <p14:creationId xmlns:p14="http://schemas.microsoft.com/office/powerpoint/2010/main" val="2057003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8">
          <p15:clr>
            <a:srgbClr val="FBAE40"/>
          </p15:clr>
        </p15:guide>
        <p15:guide id="3" pos="251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s 10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# placeholder">
            <a:extLst>
              <a:ext uri="{FF2B5EF4-FFF2-40B4-BE49-F238E27FC236}">
                <a16:creationId xmlns:a16="http://schemas.microsoft.com/office/drawing/2014/main" id="{D8CBE0F5-E06C-7E42-08A1-E8BB34A904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  <p:sp>
        <p:nvSpPr>
          <p:cNvPr id="28" name="text placeholder_10">
            <a:extLst>
              <a:ext uri="{FF2B5EF4-FFF2-40B4-BE49-F238E27FC236}">
                <a16:creationId xmlns:a16="http://schemas.microsoft.com/office/drawing/2014/main" id="{E385F5DC-6284-2BB4-FF17-EE214DABF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0"/>
          </p:nvPr>
        </p:nvSpPr>
        <p:spPr>
          <a:xfrm>
            <a:off x="96081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20" name="picture placeholder_10">
            <a:extLst>
              <a:ext uri="{FF2B5EF4-FFF2-40B4-BE49-F238E27FC236}">
                <a16:creationId xmlns:a16="http://schemas.microsoft.com/office/drawing/2014/main" id="{B0D9A43F-E685-CDEF-4845-9B84395EC3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 hasCustomPrompt="1"/>
          </p:nvPr>
        </p:nvSpPr>
        <p:spPr>
          <a:xfrm>
            <a:off x="9608177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7" name="text placeholder_09">
            <a:extLst>
              <a:ext uri="{FF2B5EF4-FFF2-40B4-BE49-F238E27FC236}">
                <a16:creationId xmlns:a16="http://schemas.microsoft.com/office/drawing/2014/main" id="{85FB4AFC-B1C7-2317-680C-6C6D8D9898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9"/>
          </p:nvPr>
        </p:nvSpPr>
        <p:spPr>
          <a:xfrm>
            <a:off x="73275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8" name="picture placeholder_09">
            <a:extLst>
              <a:ext uri="{FF2B5EF4-FFF2-40B4-BE49-F238E27FC236}">
                <a16:creationId xmlns:a16="http://schemas.microsoft.com/office/drawing/2014/main" id="{56F870AF-A866-2135-934B-5877C7CB0B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7327578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10" name="text placeholder_08">
            <a:extLst>
              <a:ext uri="{FF2B5EF4-FFF2-40B4-BE49-F238E27FC236}">
                <a16:creationId xmlns:a16="http://schemas.microsoft.com/office/drawing/2014/main" id="{C77570EB-E61F-817B-16CB-FAD502CBC8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8"/>
          </p:nvPr>
        </p:nvSpPr>
        <p:spPr>
          <a:xfrm>
            <a:off x="50469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7" name="picture placeholder_08">
            <a:extLst>
              <a:ext uri="{FF2B5EF4-FFF2-40B4-BE49-F238E27FC236}">
                <a16:creationId xmlns:a16="http://schemas.microsoft.com/office/drawing/2014/main" id="{FB7F5EFB-2A65-0686-39DB-3F6F358987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5046977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14" name="text placeholder_07">
            <a:extLst>
              <a:ext uri="{FF2B5EF4-FFF2-40B4-BE49-F238E27FC236}">
                <a16:creationId xmlns:a16="http://schemas.microsoft.com/office/drawing/2014/main" id="{6578C802-F015-1847-4153-E20EE4CDC0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7"/>
          </p:nvPr>
        </p:nvSpPr>
        <p:spPr>
          <a:xfrm>
            <a:off x="27663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6" name="picture placeholder_07">
            <a:extLst>
              <a:ext uri="{FF2B5EF4-FFF2-40B4-BE49-F238E27FC236}">
                <a16:creationId xmlns:a16="http://schemas.microsoft.com/office/drawing/2014/main" id="{DD3F8BDF-1AE5-9E33-EEB5-B6387D627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2766376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1" name="text placeholder_06">
            <a:extLst>
              <a:ext uri="{FF2B5EF4-FFF2-40B4-BE49-F238E27FC236}">
                <a16:creationId xmlns:a16="http://schemas.microsoft.com/office/drawing/2014/main" id="{D5454274-050E-A0CD-9A28-0ED675087D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6"/>
          </p:nvPr>
        </p:nvSpPr>
        <p:spPr>
          <a:xfrm>
            <a:off x="485777" y="5314765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5" name="picture placeholder_06">
            <a:extLst>
              <a:ext uri="{FF2B5EF4-FFF2-40B4-BE49-F238E27FC236}">
                <a16:creationId xmlns:a16="http://schemas.microsoft.com/office/drawing/2014/main" id="{5AF65E1A-92D5-8597-8C2C-56CB54A3DE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 hasCustomPrompt="1"/>
          </p:nvPr>
        </p:nvSpPr>
        <p:spPr>
          <a:xfrm>
            <a:off x="485775" y="4100869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2" name="text placeholder_05">
            <a:extLst>
              <a:ext uri="{FF2B5EF4-FFF2-40B4-BE49-F238E27FC236}">
                <a16:creationId xmlns:a16="http://schemas.microsoft.com/office/drawing/2014/main" id="{15D31710-AC8F-81EE-F111-FFAC6F6AAF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/>
          </p:nvPr>
        </p:nvSpPr>
        <p:spPr>
          <a:xfrm>
            <a:off x="96081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9" name="picture placeholder_05">
            <a:extLst>
              <a:ext uri="{FF2B5EF4-FFF2-40B4-BE49-F238E27FC236}">
                <a16:creationId xmlns:a16="http://schemas.microsoft.com/office/drawing/2014/main" id="{7687F2B0-D335-2718-7EBB-05117B8BFF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6" hasCustomPrompt="1"/>
          </p:nvPr>
        </p:nvSpPr>
        <p:spPr>
          <a:xfrm>
            <a:off x="9608177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3" name="text placeholder_04">
            <a:extLst>
              <a:ext uri="{FF2B5EF4-FFF2-40B4-BE49-F238E27FC236}">
                <a16:creationId xmlns:a16="http://schemas.microsoft.com/office/drawing/2014/main" id="{0D09EEAB-76E6-EA1E-692E-BBB93E10E4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/>
          </p:nvPr>
        </p:nvSpPr>
        <p:spPr>
          <a:xfrm>
            <a:off x="73275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3" name="picture placeholder_04">
            <a:extLst>
              <a:ext uri="{FF2B5EF4-FFF2-40B4-BE49-F238E27FC236}">
                <a16:creationId xmlns:a16="http://schemas.microsoft.com/office/drawing/2014/main" id="{24035E72-AF7F-64C6-6628-9326D79C3A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 hasCustomPrompt="1"/>
          </p:nvPr>
        </p:nvSpPr>
        <p:spPr>
          <a:xfrm>
            <a:off x="7327578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4" name="text placeholder_03">
            <a:extLst>
              <a:ext uri="{FF2B5EF4-FFF2-40B4-BE49-F238E27FC236}">
                <a16:creationId xmlns:a16="http://schemas.microsoft.com/office/drawing/2014/main" id="{6D829D32-03BA-7D97-2BB1-D66D1A9B0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50469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12" name="picture placeholder_03">
            <a:extLst>
              <a:ext uri="{FF2B5EF4-FFF2-40B4-BE49-F238E27FC236}">
                <a16:creationId xmlns:a16="http://schemas.microsoft.com/office/drawing/2014/main" id="{A1927413-9723-BBC5-2C54-9AD682C0FC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5046977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5" name="text placeholder_02">
            <a:extLst>
              <a:ext uri="{FF2B5EF4-FFF2-40B4-BE49-F238E27FC236}">
                <a16:creationId xmlns:a16="http://schemas.microsoft.com/office/drawing/2014/main" id="{E936A923-9109-BED6-D1D4-016B5824F9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/>
          </p:nvPr>
        </p:nvSpPr>
        <p:spPr>
          <a:xfrm>
            <a:off x="27663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9" name="picture placeholder_02">
            <a:extLst>
              <a:ext uri="{FF2B5EF4-FFF2-40B4-BE49-F238E27FC236}">
                <a16:creationId xmlns:a16="http://schemas.microsoft.com/office/drawing/2014/main" id="{8C4563EF-FBB9-E0A1-78DF-1E92992AC0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2766376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26" name="text placeholder_01">
            <a:extLst>
              <a:ext uri="{FF2B5EF4-FFF2-40B4-BE49-F238E27FC236}">
                <a16:creationId xmlns:a16="http://schemas.microsoft.com/office/drawing/2014/main" id="{6C21424D-6823-0DD5-169D-DB7029B06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85777" y="2930831"/>
            <a:ext cx="2098800" cy="810000"/>
          </a:xfrm>
          <a:prstGeom prst="rect">
            <a:avLst/>
          </a:prstGeom>
        </p:spPr>
        <p:txBody>
          <a:bodyPr/>
          <a:lstStyle>
            <a:lvl1pPr>
              <a:defRPr lang="en-US" sz="1000" kern="120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180000" indent="-180000">
              <a:defRPr sz="1000"/>
            </a:lvl2pPr>
            <a:lvl3pPr marL="360000" indent="-180000">
              <a:defRPr sz="1000"/>
            </a:lvl3pPr>
            <a:lvl4pPr marL="540000" indent="-180000">
              <a:defRPr sz="1000"/>
            </a:lvl4pPr>
            <a:lvl5pPr marL="720000" indent="-180000">
              <a:defRPr sz="1000"/>
            </a:lvl5pPr>
            <a:lvl6pPr>
              <a:defRPr sz="1000"/>
            </a:lvl6pPr>
            <a:lvl7pPr>
              <a:defRPr sz="1000"/>
            </a:lvl7pPr>
            <a:lvl8pPr marL="180000" indent="-180000">
              <a:defRPr sz="1000"/>
            </a:lvl8pPr>
            <a:lvl9pPr marL="360000" indent="-180000">
              <a:defRPr sz="1000"/>
            </a:lvl9pPr>
          </a:lstStyle>
          <a:p>
            <a:pPr lvl="0"/>
            <a:endParaRPr lang="en-US"/>
          </a:p>
        </p:txBody>
      </p:sp>
      <p:sp>
        <p:nvSpPr>
          <p:cNvPr id="3" name="picture placeholder_01">
            <a:extLst>
              <a:ext uri="{FF2B5EF4-FFF2-40B4-BE49-F238E27FC236}">
                <a16:creationId xmlns:a16="http://schemas.microsoft.com/office/drawing/2014/main" id="{FDE3A4B8-5665-72F9-FD93-F54498A36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485775" y="1714500"/>
            <a:ext cx="1036800" cy="1036800"/>
          </a:xfrm>
          <a:prstGeom prst="rect">
            <a:avLst/>
          </a:prstGeom>
          <a:solidFill>
            <a:srgbClr val="F2F2F2"/>
          </a:solidFill>
        </p:spPr>
        <p:txBody>
          <a:bodyPr anchor="ctr" anchorCtr="0"/>
          <a:lstStyle>
            <a:lvl1pPr algn="ctr">
              <a:defRPr sz="800">
                <a:solidFill>
                  <a:srgbClr val="ADADAD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  <a:endParaRPr lang="en-GB"/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C57F9CDE-9BE0-DEE2-EDB0-FA896BAF6F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2"/>
          </p:nvPr>
        </p:nvSpPr>
        <p:spPr>
          <a:xfrm>
            <a:off x="485777" y="953821"/>
            <a:ext cx="11221200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275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22.xml"/><Relationship Id="rId9" Type="http://schemas.openxmlformats.org/officeDocument/2006/relationships/oleObject" Target="../embeddings/oleObject19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29.xml"/><Relationship Id="rId10" Type="http://schemas.openxmlformats.org/officeDocument/2006/relationships/oleObject" Target="../embeddings/oleObject26.bin"/><Relationship Id="rId4" Type="http://schemas.openxmlformats.org/officeDocument/2006/relationships/slideLayout" Target="../slideLayouts/slideLayout28.xml"/><Relationship Id="rId9" Type="http://schemas.openxmlformats.org/officeDocument/2006/relationships/tags" Target="../tags/tag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oleObject" Target="../embeddings/oleObject30.bin"/><Relationship Id="rId5" Type="http://schemas.openxmlformats.org/officeDocument/2006/relationships/slideLayout" Target="../slideLayouts/slideLayout36.xml"/><Relationship Id="rId10" Type="http://schemas.openxmlformats.org/officeDocument/2006/relationships/tags" Target="../tags/tag31.xml"/><Relationship Id="rId4" Type="http://schemas.openxmlformats.org/officeDocument/2006/relationships/slideLayout" Target="../slideLayouts/slideLayout35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slideLayout" Target="../slideLayouts/slideLayout42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3.xml"/><Relationship Id="rId9" Type="http://schemas.openxmlformats.org/officeDocument/2006/relationships/oleObject" Target="../embeddings/oleObject32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8.xml"/><Relationship Id="rId21" Type="http://schemas.openxmlformats.org/officeDocument/2006/relationships/oleObject" Target="../embeddings/oleObject39.bin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tags" Target="../tags/tag40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9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8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29" Type="http://schemas.openxmlformats.org/officeDocument/2006/relationships/oleObject" Target="../embeddings/oleObject57.bin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28" Type="http://schemas.openxmlformats.org/officeDocument/2006/relationships/tags" Target="../tags/tag58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Relationship Id="rId27" Type="http://schemas.openxmlformats.org/officeDocument/2006/relationships/theme" Target="../theme/theme7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CD7AE85-9024-FED1-959C-4B9BA54F265E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659842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25" imgH="426" progId="TCLayout.ActiveDocument.1">
                  <p:embed/>
                </p:oleObj>
              </mc:Choice>
              <mc:Fallback>
                <p:oleObj name="think-cell Slide" r:id="rId21" imgW="425" imgH="4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CD7AE85-9024-FED1-959C-4B9BA54F2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>
            <a:extLst>
              <a:ext uri="{FF2B5EF4-FFF2-40B4-BE49-F238E27FC236}">
                <a16:creationId xmlns:a16="http://schemas.microsoft.com/office/drawing/2014/main" id="{59A3A35E-43A5-2F8D-BE02-E445325573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B3B3B3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B3B3B3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1D7664DC-26A0-676E-BE81-DC08FF392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E176625A-5941-B564-FA6C-AFE8F8ADC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35F13222-FB2D-F4C8-B4E1-81874B53E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883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42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  <p:sldLayoutId id="2147484137" r:id="rId12"/>
    <p:sldLayoutId id="2147484138" r:id="rId13"/>
    <p:sldLayoutId id="2147484139" r:id="rId14"/>
    <p:sldLayoutId id="2147484140" r:id="rId15"/>
    <p:sldLayoutId id="2147484143" r:id="rId16"/>
    <p:sldLayoutId id="2147484141" r:id="rId17"/>
    <p:sldLayoutId id="214748414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NL" sz="2600" b="0" kern="1200" dirty="0">
          <a:solidFill>
            <a:srgbClr val="ED1A3B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1pPr>
      <a:lvl2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70000"/>
        <a:buFont typeface="Wingdings 3" panose="05040102010807070707" pitchFamily="18" charset="2"/>
        <a:buChar char="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2pPr>
      <a:lvl3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•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3pPr>
      <a:lvl4pPr marL="81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−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4pPr>
      <a:lvl5pPr marL="108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◦"/>
        <a:defRPr lang="en-US" sz="1200" b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5pPr>
      <a:lvl6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 3" panose="05040102010807070707" pitchFamily="18" charset="2"/>
        <a:buNone/>
        <a:defRPr lang="en-US" sz="1600" b="1" kern="1200" dirty="0">
          <a:solidFill>
            <a:schemeClr val="accent1"/>
          </a:solidFill>
          <a:latin typeface="Trebuchet MS" panose="020B0603020202020204" pitchFamily="34" charset="0"/>
          <a:ea typeface="+mn-ea"/>
          <a:cs typeface="+mn-cs"/>
        </a:defRPr>
      </a:lvl6pPr>
      <a:lvl7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en-US" sz="1600" b="1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7pPr>
      <a:lvl8pPr marL="27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rabicPeriod"/>
        <a:defRPr lang="en-US" sz="1200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8pPr>
      <a:lvl9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lphaLcPeriod"/>
        <a:defRPr lang="en-US" sz="1200" b="0" i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9pPr>
    </p:bodyStyle>
    <p:otherStyle>
      <a:defPPr>
        <a:defRPr lang="nl-NL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7">
          <p15:clr>
            <a:srgbClr val="F26B43"/>
          </p15:clr>
        </p15:guide>
        <p15:guide id="2" pos="7374">
          <p15:clr>
            <a:srgbClr val="F26B43"/>
          </p15:clr>
        </p15:guide>
        <p15:guide id="3" orient="horz" pos="374">
          <p15:clr>
            <a:srgbClr val="F26B43"/>
          </p15:clr>
        </p15:guide>
        <p15:guide id="4" orient="horz" pos="828">
          <p15:clr>
            <a:srgbClr val="F26B43"/>
          </p15:clr>
        </p15:guide>
        <p15:guide id="5" orient="horz" pos="1079">
          <p15:clr>
            <a:srgbClr val="F26B43"/>
          </p15:clr>
        </p15:guide>
        <p15:guide id="6" orient="horz" pos="4094">
          <p15:clr>
            <a:srgbClr val="F26B43"/>
          </p15:clr>
        </p15:guide>
        <p15:guide id="7" orient="horz" pos="38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CD7AE85-9024-FED1-959C-4B9BA54F265E}"/>
              </a:ext>
            </a:extLst>
          </p:cNvPr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042934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CD7AE85-9024-FED1-959C-4B9BA54F2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35F13222-FB2D-F4C8-B4E1-81874B53E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209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8" r:id="rId1"/>
    <p:sldLayoutId id="2147484114" r:id="rId2"/>
    <p:sldLayoutId id="2147484121" r:id="rId3"/>
    <p:sldLayoutId id="2147484122" r:id="rId4"/>
    <p:sldLayoutId id="2147484123" r:id="rId5"/>
    <p:sldLayoutId id="214748412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NL" sz="2600" b="0" kern="1200" dirty="0">
          <a:solidFill>
            <a:srgbClr val="ED1A3B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1pPr>
      <a:lvl2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70000"/>
        <a:buFont typeface="Wingdings 3" panose="05040102010807070707" pitchFamily="18" charset="2"/>
        <a:buChar char="u"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2pPr>
      <a:lvl3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•"/>
        <a:defRPr lang="en-US" sz="16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3pPr>
      <a:lvl4pPr marL="81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−"/>
        <a:defRPr lang="en-US" sz="1600" kern="1200" dirty="0" smtClean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4pPr>
      <a:lvl5pPr marL="108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42000"/>
        <a:buFont typeface="Wingdings 2" panose="05020102010507070707" pitchFamily="18" charset="2"/>
        <a:buChar char=""/>
        <a:defRPr lang="en-US" sz="1600" b="0" kern="1200" dirty="0" smtClean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5pPr>
      <a:lvl6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 3" panose="05040102010807070707" pitchFamily="18" charset="2"/>
        <a:buNone/>
        <a:defRPr lang="en-US" sz="1600" b="1" kern="1200" dirty="0">
          <a:solidFill>
            <a:schemeClr val="accent1"/>
          </a:solidFill>
          <a:latin typeface="Trebuchet MS" panose="020B0603020202020204" pitchFamily="34" charset="0"/>
          <a:ea typeface="+mn-ea"/>
          <a:cs typeface="+mn-cs"/>
        </a:defRPr>
      </a:lvl6pPr>
      <a:lvl7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en-US" sz="1600" b="1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7pPr>
      <a:lvl8pPr marL="27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rabicPeriod"/>
        <a:defRPr lang="en-US" sz="1600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8pPr>
      <a:lvl9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lphaLcPeriod"/>
        <a:defRPr lang="en-US" sz="1600" b="0" i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9pPr>
    </p:bodyStyle>
    <p:otherStyle>
      <a:defPPr>
        <a:defRPr lang="nl-NL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7">
          <p15:clr>
            <a:srgbClr val="F26B43"/>
          </p15:clr>
        </p15:guide>
        <p15:guide id="2" pos="7374">
          <p15:clr>
            <a:srgbClr val="F26B43"/>
          </p15:clr>
        </p15:guide>
        <p15:guide id="3" orient="horz" pos="374">
          <p15:clr>
            <a:srgbClr val="F26B43"/>
          </p15:clr>
        </p15:guide>
        <p15:guide id="4" orient="horz" pos="828">
          <p15:clr>
            <a:srgbClr val="F26B43"/>
          </p15:clr>
        </p15:guide>
        <p15:guide id="5" orient="horz" pos="1079">
          <p15:clr>
            <a:srgbClr val="F26B43"/>
          </p15:clr>
        </p15:guide>
        <p15:guide id="6" orient="horz" pos="4094">
          <p15:clr>
            <a:srgbClr val="F26B43"/>
          </p15:clr>
        </p15:guide>
        <p15:guide id="7" orient="horz" pos="386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CD7AE85-9024-FED1-959C-4B9BA54F265E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1083077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25" imgH="426" progId="TCLayout.ActiveDocument.1">
                  <p:embed/>
                </p:oleObj>
              </mc:Choice>
              <mc:Fallback>
                <p:oleObj name="think-cell Slide" r:id="rId10" imgW="425" imgH="4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CD7AE85-9024-FED1-959C-4B9BA54F2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35F13222-FB2D-F4C8-B4E1-81874B53E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1B269F9B-4C02-BD6B-739F-1DBE6F40C0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B3B3B3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B3B3B3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4" name="page # placeholder">
            <a:extLst>
              <a:ext uri="{FF2B5EF4-FFF2-40B4-BE49-F238E27FC236}">
                <a16:creationId xmlns:a16="http://schemas.microsoft.com/office/drawing/2014/main" id="{C29B0C5A-DB88-3BB9-43BF-6C7C37FB35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52A7609-8B5F-10B8-C61C-916F68550D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703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NL" sz="2600" b="0" kern="1200" dirty="0">
          <a:solidFill>
            <a:srgbClr val="ED1A3B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1pPr>
      <a:lvl2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70000"/>
        <a:buFont typeface="Wingdings" panose="05000000000000000000" pitchFamily="2" charset="2"/>
        <a:buChar char="ü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2pPr>
      <a:lvl3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•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3pPr>
      <a:lvl4pPr marL="81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−"/>
        <a:defRPr lang="en-US" sz="1200" kern="1200" dirty="0" smtClean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4pPr>
      <a:lvl5pPr marL="108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42000"/>
        <a:buFont typeface="Wingdings 2" panose="05020102010507070707" pitchFamily="18" charset="2"/>
        <a:buChar char=""/>
        <a:defRPr lang="en-US" sz="1200" b="0" kern="1200" dirty="0" smtClean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5pPr>
      <a:lvl6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 3" panose="05040102010807070707" pitchFamily="18" charset="2"/>
        <a:buNone/>
        <a:defRPr lang="en-US" sz="1600" b="1" kern="1200" dirty="0">
          <a:solidFill>
            <a:schemeClr val="accent1"/>
          </a:solidFill>
          <a:latin typeface="Trebuchet MS" panose="020B0603020202020204" pitchFamily="34" charset="0"/>
          <a:ea typeface="+mn-ea"/>
          <a:cs typeface="+mn-cs"/>
        </a:defRPr>
      </a:lvl6pPr>
      <a:lvl7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en-US" sz="1600" b="1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7pPr>
      <a:lvl8pPr marL="27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rabicPeriod"/>
        <a:defRPr lang="en-US" sz="1200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8pPr>
      <a:lvl9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lphaLcPeriod"/>
        <a:defRPr lang="en-US" sz="1200" b="0" i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9pPr>
    </p:bodyStyle>
    <p:otherStyle>
      <a:defPPr>
        <a:defRPr lang="nl-NL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7">
          <p15:clr>
            <a:srgbClr val="F26B43"/>
          </p15:clr>
        </p15:guide>
        <p15:guide id="2" pos="7374">
          <p15:clr>
            <a:srgbClr val="F26B43"/>
          </p15:clr>
        </p15:guide>
        <p15:guide id="3" orient="horz" pos="374">
          <p15:clr>
            <a:srgbClr val="F26B43"/>
          </p15:clr>
        </p15:guide>
        <p15:guide id="4" orient="horz" pos="828">
          <p15:clr>
            <a:srgbClr val="F26B43"/>
          </p15:clr>
        </p15:guide>
        <p15:guide id="5" orient="horz" pos="1079">
          <p15:clr>
            <a:srgbClr val="F26B43"/>
          </p15:clr>
        </p15:guide>
        <p15:guide id="6" orient="horz" pos="4094">
          <p15:clr>
            <a:srgbClr val="F26B43"/>
          </p15:clr>
        </p15:guide>
        <p15:guide id="7" orient="horz" pos="386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CD7AE85-9024-FED1-959C-4B9BA54F265E}"/>
              </a:ext>
            </a:extLst>
          </p:cNvPr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042934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25" imgH="426" progId="TCLayout.ActiveDocument.1">
                  <p:embed/>
                </p:oleObj>
              </mc:Choice>
              <mc:Fallback>
                <p:oleObj name="think-cell Slide" r:id="rId11" imgW="425" imgH="4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CD7AE85-9024-FED1-959C-4B9BA54F2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>
            <a:extLst>
              <a:ext uri="{FF2B5EF4-FFF2-40B4-BE49-F238E27FC236}">
                <a16:creationId xmlns:a16="http://schemas.microsoft.com/office/drawing/2014/main" id="{59A3A35E-43A5-2F8D-BE02-E445325573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B3B3B3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B3B3B3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1D7664DC-26A0-676E-BE81-DC08FF392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E176625A-5941-B564-FA6C-AFE8F8ADC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35F13222-FB2D-F4C8-B4E1-81874B53E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E2879AF0-90BA-0C4F-7AA6-4A7D55818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775" y="1712913"/>
            <a:ext cx="11217600" cy="44142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</p:spTree>
    <p:extLst>
      <p:ext uri="{BB962C8B-B14F-4D97-AF65-F5344CB8AC3E}">
        <p14:creationId xmlns:p14="http://schemas.microsoft.com/office/powerpoint/2010/main" val="225613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6" r:id="rId4"/>
    <p:sldLayoutId id="2147484097" r:id="rId5"/>
    <p:sldLayoutId id="2147484099" r:id="rId6"/>
    <p:sldLayoutId id="2147484101" r:id="rId7"/>
    <p:sldLayoutId id="2147484102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NL" sz="2600" b="0" kern="1200" dirty="0">
          <a:solidFill>
            <a:srgbClr val="ED1A3B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1pPr>
      <a:lvl2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70000"/>
        <a:buFont typeface="Wingdings 3" panose="05040102010807070707" pitchFamily="18" charset="2"/>
        <a:buChar char="u"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2pPr>
      <a:lvl3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•"/>
        <a:defRPr lang="en-US" sz="16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3pPr>
      <a:lvl4pPr marL="81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−"/>
        <a:defRPr lang="en-US" sz="1600" kern="1200" dirty="0" smtClean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4pPr>
      <a:lvl5pPr marL="108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◦"/>
        <a:defRPr lang="en-US" sz="1600" b="0" kern="1200" dirty="0" smtClean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5pPr>
      <a:lvl6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 3" panose="05040102010807070707" pitchFamily="18" charset="2"/>
        <a:buNone/>
        <a:defRPr lang="en-US" sz="1600" b="1" kern="1200" dirty="0">
          <a:solidFill>
            <a:schemeClr val="accent1"/>
          </a:solidFill>
          <a:latin typeface="Trebuchet MS" panose="020B0603020202020204" pitchFamily="34" charset="0"/>
          <a:ea typeface="+mn-ea"/>
          <a:cs typeface="+mn-cs"/>
        </a:defRPr>
      </a:lvl6pPr>
      <a:lvl7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en-US" sz="1600" b="1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7pPr>
      <a:lvl8pPr marL="27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rabicPeriod"/>
        <a:defRPr lang="en-US" sz="1600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8pPr>
      <a:lvl9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lphaLcPeriod"/>
        <a:defRPr lang="en-US" sz="1600" b="0" i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9pPr>
    </p:bodyStyle>
    <p:otherStyle>
      <a:defPPr>
        <a:defRPr lang="nl-NL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7">
          <p15:clr>
            <a:srgbClr val="F26B43"/>
          </p15:clr>
        </p15:guide>
        <p15:guide id="2" pos="7374">
          <p15:clr>
            <a:srgbClr val="F26B43"/>
          </p15:clr>
        </p15:guide>
        <p15:guide id="3" orient="horz" pos="374">
          <p15:clr>
            <a:srgbClr val="F26B43"/>
          </p15:clr>
        </p15:guide>
        <p15:guide id="4" orient="horz" pos="828">
          <p15:clr>
            <a:srgbClr val="F26B43"/>
          </p15:clr>
        </p15:guide>
        <p15:guide id="5" orient="horz" pos="1079">
          <p15:clr>
            <a:srgbClr val="F26B43"/>
          </p15:clr>
        </p15:guide>
        <p15:guide id="6" orient="horz" pos="4094">
          <p15:clr>
            <a:srgbClr val="F26B43"/>
          </p15:clr>
        </p15:guide>
        <p15:guide id="7" orient="horz" pos="386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BC0C593-92ED-E60E-CCD0-0D81C9BB48B8}"/>
              </a:ext>
            </a:extLst>
          </p:cNvPr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8833845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BC0C593-92ED-E60E-CCD0-0D81C9BB48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>
            <a:extLst>
              <a:ext uri="{FF2B5EF4-FFF2-40B4-BE49-F238E27FC236}">
                <a16:creationId xmlns:a16="http://schemas.microsoft.com/office/drawing/2014/main" id="{59A3A35E-43A5-2F8D-BE02-E445325573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B3B3B3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B3B3B3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1D7664DC-26A0-676E-BE81-DC08FF392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E176625A-5941-B564-FA6C-AFE8F8ADC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35F13222-FB2D-F4C8-B4E1-81874B53E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207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8" r:id="rId2"/>
    <p:sldLayoutId id="2147484080" r:id="rId3"/>
    <p:sldLayoutId id="2147484081" r:id="rId4"/>
    <p:sldLayoutId id="2147484083" r:id="rId5"/>
    <p:sldLayoutId id="214748408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NL" sz="2600" b="0" kern="1200" dirty="0">
          <a:solidFill>
            <a:srgbClr val="ED1A3B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1pPr>
      <a:lvl2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70000"/>
        <a:buFont typeface="Wingdings 3" panose="05040102010807070707" pitchFamily="18" charset="2"/>
        <a:buChar char="u"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2pPr>
      <a:lvl3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•"/>
        <a:defRPr lang="en-US" sz="16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3pPr>
      <a:lvl4pPr marL="81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−"/>
        <a:defRPr lang="en-US" sz="1600" kern="1200" dirty="0" smtClean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4pPr>
      <a:lvl5pPr marL="108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42000"/>
        <a:buFont typeface="Wingdings 2" panose="05020102010507070707" pitchFamily="18" charset="2"/>
        <a:buChar char=""/>
        <a:defRPr lang="en-US" sz="1600" b="0" kern="1200" dirty="0" smtClean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5pPr>
      <a:lvl6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 3" panose="05040102010807070707" pitchFamily="18" charset="2"/>
        <a:buNone/>
        <a:defRPr lang="en-US" sz="1600" b="1" kern="1200" dirty="0">
          <a:solidFill>
            <a:schemeClr val="accent1"/>
          </a:solidFill>
          <a:latin typeface="Trebuchet MS" panose="020B0603020202020204" pitchFamily="34" charset="0"/>
          <a:ea typeface="+mn-ea"/>
          <a:cs typeface="+mn-cs"/>
        </a:defRPr>
      </a:lvl6pPr>
      <a:lvl7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en-US" sz="1600" b="1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7pPr>
      <a:lvl8pPr marL="27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rabicPeriod"/>
        <a:defRPr lang="en-US" sz="1600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8pPr>
      <a:lvl9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lphaLcPeriod"/>
        <a:defRPr lang="en-US" sz="1600" b="0" i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9pPr>
    </p:bodyStyle>
    <p:otherStyle>
      <a:defPPr>
        <a:defRPr lang="nl-NL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7">
          <p15:clr>
            <a:srgbClr val="F26B43"/>
          </p15:clr>
        </p15:guide>
        <p15:guide id="2" pos="7374">
          <p15:clr>
            <a:srgbClr val="F26B43"/>
          </p15:clr>
        </p15:guide>
        <p15:guide id="3" orient="horz" pos="374">
          <p15:clr>
            <a:srgbClr val="F26B43"/>
          </p15:clr>
        </p15:guide>
        <p15:guide id="4" orient="horz" pos="828">
          <p15:clr>
            <a:srgbClr val="F26B43"/>
          </p15:clr>
        </p15:guide>
        <p15:guide id="5" orient="horz" pos="1079">
          <p15:clr>
            <a:srgbClr val="F26B43"/>
          </p15:clr>
        </p15:guide>
        <p15:guide id="6" orient="horz" pos="4094">
          <p15:clr>
            <a:srgbClr val="F26B43"/>
          </p15:clr>
        </p15:guide>
        <p15:guide id="7" orient="horz" pos="386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CD7AE85-9024-FED1-959C-4B9BA54F26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659842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25" imgH="426" progId="TCLayout.ActiveDocument.1">
                  <p:embed/>
                </p:oleObj>
              </mc:Choice>
              <mc:Fallback>
                <p:oleObj name="think-cell Slide" r:id="rId21" imgW="425" imgH="4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CD7AE85-9024-FED1-959C-4B9BA54F2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>
            <a:extLst>
              <a:ext uri="{FF2B5EF4-FFF2-40B4-BE49-F238E27FC236}">
                <a16:creationId xmlns:a16="http://schemas.microsoft.com/office/drawing/2014/main" id="{59A3A35E-43A5-2F8D-BE02-E445325573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B3B3B3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B3B3B3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1D7664DC-26A0-676E-BE81-DC08FF392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E176625A-5941-B564-FA6C-AFE8F8ADC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35F13222-FB2D-F4C8-B4E1-81874B53E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036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  <p:sldLayoutId id="2147484166" r:id="rId12"/>
    <p:sldLayoutId id="2147484167" r:id="rId13"/>
    <p:sldLayoutId id="2147484168" r:id="rId14"/>
    <p:sldLayoutId id="2147484169" r:id="rId15"/>
    <p:sldLayoutId id="2147484170" r:id="rId16"/>
    <p:sldLayoutId id="2147484171" r:id="rId17"/>
    <p:sldLayoutId id="2147484172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NL" sz="2600" b="0" kern="1200" dirty="0">
          <a:solidFill>
            <a:srgbClr val="ED1A3B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1pPr>
      <a:lvl2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70000"/>
        <a:buFont typeface="Wingdings 3" panose="05040102010807070707" pitchFamily="18" charset="2"/>
        <a:buChar char="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2pPr>
      <a:lvl3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•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3pPr>
      <a:lvl4pPr marL="81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−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4pPr>
      <a:lvl5pPr marL="108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◦"/>
        <a:defRPr lang="en-US" sz="1200" b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5pPr>
      <a:lvl6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 3" panose="05040102010807070707" pitchFamily="18" charset="2"/>
        <a:buNone/>
        <a:defRPr lang="en-US" sz="1600" b="1" kern="1200" dirty="0">
          <a:solidFill>
            <a:schemeClr val="accent1"/>
          </a:solidFill>
          <a:latin typeface="Trebuchet MS" panose="020B0603020202020204" pitchFamily="34" charset="0"/>
          <a:ea typeface="+mn-ea"/>
          <a:cs typeface="+mn-cs"/>
        </a:defRPr>
      </a:lvl6pPr>
      <a:lvl7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en-US" sz="1600" b="1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7pPr>
      <a:lvl8pPr marL="27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rabicPeriod"/>
        <a:defRPr lang="en-US" sz="1200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8pPr>
      <a:lvl9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lphaLcPeriod"/>
        <a:defRPr lang="en-US" sz="1200" b="0" i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9pPr>
    </p:bodyStyle>
    <p:otherStyle>
      <a:defPPr>
        <a:defRPr lang="nl-NL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7">
          <p15:clr>
            <a:srgbClr val="F26B43"/>
          </p15:clr>
        </p15:guide>
        <p15:guide id="2" pos="7374">
          <p15:clr>
            <a:srgbClr val="F26B43"/>
          </p15:clr>
        </p15:guide>
        <p15:guide id="3" orient="horz" pos="374">
          <p15:clr>
            <a:srgbClr val="F26B43"/>
          </p15:clr>
        </p15:guide>
        <p15:guide id="4" orient="horz" pos="828">
          <p15:clr>
            <a:srgbClr val="F26B43"/>
          </p15:clr>
        </p15:guide>
        <p15:guide id="5" orient="horz" pos="1079">
          <p15:clr>
            <a:srgbClr val="F26B43"/>
          </p15:clr>
        </p15:guide>
        <p15:guide id="6" orient="horz" pos="4094">
          <p15:clr>
            <a:srgbClr val="F26B43"/>
          </p15:clr>
        </p15:guide>
        <p15:guide id="7" orient="horz" pos="386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CD7AE85-9024-FED1-959C-4B9BA54F26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16245839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25" imgH="426" progId="TCLayout.ActiveDocument.1">
                  <p:embed/>
                </p:oleObj>
              </mc:Choice>
              <mc:Fallback>
                <p:oleObj name="think-cell Slide" r:id="rId29" imgW="425" imgH="42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CD7AE85-9024-FED1-959C-4B9BA54F2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>
            <a:extLst>
              <a:ext uri="{FF2B5EF4-FFF2-40B4-BE49-F238E27FC236}">
                <a16:creationId xmlns:a16="http://schemas.microsoft.com/office/drawing/2014/main" id="{59A3A35E-43A5-2F8D-BE02-E445325573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870158" y="6498000"/>
            <a:ext cx="836819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r"/>
            <a:r>
              <a:rPr lang="nl-NL" sz="800" b="0" i="0">
                <a:solidFill>
                  <a:srgbClr val="B3B3B3"/>
                </a:solidFill>
                <a:effectLst/>
                <a:latin typeface="Trebuchet MS" panose="020B0603020202020204" pitchFamily="34" charset="0"/>
              </a:rPr>
              <a:t>© </a:t>
            </a:r>
            <a:r>
              <a:rPr lang="nl-NL" sz="800">
                <a:solidFill>
                  <a:srgbClr val="B3B3B3"/>
                </a:solidFill>
                <a:latin typeface="Trebuchet MS" panose="020B0603020202020204" pitchFamily="34" charset="0"/>
              </a:rPr>
              <a:t>BDO</a:t>
            </a:r>
          </a:p>
        </p:txBody>
      </p:sp>
      <p:sp>
        <p:nvSpPr>
          <p:cNvPr id="8" name="page # placeholder">
            <a:extLst>
              <a:ext uri="{FF2B5EF4-FFF2-40B4-BE49-F238E27FC236}">
                <a16:creationId xmlns:a16="http://schemas.microsoft.com/office/drawing/2014/main" id="{1D7664DC-26A0-676E-BE81-DC08FF392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E176625A-5941-B564-FA6C-AFE8F8ADC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85775" y="6497708"/>
            <a:ext cx="10378033" cy="36029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800">
                <a:solidFill>
                  <a:srgbClr val="B3B3B3"/>
                </a:solidFill>
                <a:latin typeface="Trebuchet MS" panose="020B0603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35F13222-FB2D-F4C8-B4E1-81874B53E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9292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76" r:id="rId2"/>
    <p:sldLayoutId id="2147484177" r:id="rId3"/>
    <p:sldLayoutId id="2147484178" r:id="rId4"/>
    <p:sldLayoutId id="2147484179" r:id="rId5"/>
    <p:sldLayoutId id="2147484180" r:id="rId6"/>
    <p:sldLayoutId id="2147484181" r:id="rId7"/>
    <p:sldLayoutId id="2147484182" r:id="rId8"/>
    <p:sldLayoutId id="2147484183" r:id="rId9"/>
    <p:sldLayoutId id="2147484184" r:id="rId10"/>
    <p:sldLayoutId id="2147484185" r:id="rId11"/>
    <p:sldLayoutId id="2147484186" r:id="rId12"/>
    <p:sldLayoutId id="2147484187" r:id="rId13"/>
    <p:sldLayoutId id="2147484188" r:id="rId14"/>
    <p:sldLayoutId id="2147484189" r:id="rId15"/>
    <p:sldLayoutId id="2147484190" r:id="rId16"/>
    <p:sldLayoutId id="2147484191" r:id="rId17"/>
    <p:sldLayoutId id="2147484192" r:id="rId18"/>
    <p:sldLayoutId id="2147484193" r:id="rId19"/>
    <p:sldLayoutId id="2147484194" r:id="rId20"/>
    <p:sldLayoutId id="2147484195" r:id="rId21"/>
    <p:sldLayoutId id="2147484196" r:id="rId22"/>
    <p:sldLayoutId id="2147484197" r:id="rId23"/>
    <p:sldLayoutId id="2147484198" r:id="rId24"/>
    <p:sldLayoutId id="2147484199" r:id="rId25"/>
    <p:sldLayoutId id="2147484200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NL" sz="2600" b="0" kern="1200" dirty="0">
          <a:solidFill>
            <a:srgbClr val="ED1A3B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1pPr>
      <a:lvl2pPr marL="0" indent="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70000"/>
        <a:buFont typeface="Wingdings 3" panose="05040102010807070707" pitchFamily="18" charset="2"/>
        <a:buChar char="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2pPr>
      <a:lvl3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•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3pPr>
      <a:lvl4pPr marL="81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−"/>
        <a:defRPr lang="en-US" sz="120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4pPr>
      <a:lvl5pPr marL="108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Trebuchet MS" panose="020B0603020202020204" pitchFamily="34" charset="0"/>
        <a:buChar char="◦"/>
        <a:defRPr lang="en-US" sz="1200" b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5pPr>
      <a:lvl6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 3" panose="05040102010807070707" pitchFamily="18" charset="2"/>
        <a:buNone/>
        <a:defRPr lang="en-US" sz="1600" b="1" kern="1200" dirty="0">
          <a:solidFill>
            <a:schemeClr val="accent1"/>
          </a:solidFill>
          <a:latin typeface="Trebuchet MS" panose="020B0603020202020204" pitchFamily="34" charset="0"/>
          <a:ea typeface="+mn-ea"/>
          <a:cs typeface="+mn-cs"/>
        </a:defRPr>
      </a:lvl6pPr>
      <a:lvl7pPr marL="269865" indent="-269865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en-US" sz="1600" b="1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7pPr>
      <a:lvl8pPr marL="27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rabicPeriod"/>
        <a:defRPr lang="en-US" sz="1200" i="0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8pPr>
      <a:lvl9pPr marL="540000" indent="-270000" algn="l" defTabSz="28719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75000"/>
        <a:buFont typeface="+mj-lt"/>
        <a:buAutoNum type="alphaLcPeriod"/>
        <a:defRPr lang="en-US" sz="1200" b="0" i="0" kern="120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9pPr>
    </p:bodyStyle>
    <p:otherStyle>
      <a:defPPr>
        <a:defRPr lang="nl-NL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7">
          <p15:clr>
            <a:srgbClr val="F26B43"/>
          </p15:clr>
        </p15:guide>
        <p15:guide id="2" pos="7374">
          <p15:clr>
            <a:srgbClr val="F26B43"/>
          </p15:clr>
        </p15:guide>
        <p15:guide id="3" orient="horz" pos="374">
          <p15:clr>
            <a:srgbClr val="F26B43"/>
          </p15:clr>
        </p15:guide>
        <p15:guide id="4" orient="horz" pos="828">
          <p15:clr>
            <a:srgbClr val="F26B43"/>
          </p15:clr>
        </p15:guide>
        <p15:guide id="5" orient="horz" pos="1079">
          <p15:clr>
            <a:srgbClr val="F26B43"/>
          </p15:clr>
        </p15:guide>
        <p15:guide id="6" orient="horz" pos="4094">
          <p15:clr>
            <a:srgbClr val="F26B43"/>
          </p15:clr>
        </p15:guide>
        <p15:guide id="7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oleObject" Target="../embeddings/oleObject77.bin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emf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oleObject" Target="../embeddings/oleObject78.bin"/><Relationship Id="rId7" Type="http://schemas.openxmlformats.org/officeDocument/2006/relationships/diagramLayout" Target="../diagrams/layout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9.xml"/><Relationship Id="rId6" Type="http://schemas.openxmlformats.org/officeDocument/2006/relationships/diagramData" Target="../diagrams/data2.xml"/><Relationship Id="rId5" Type="http://schemas.openxmlformats.org/officeDocument/2006/relationships/image" Target="../media/image25.png"/><Relationship Id="rId10" Type="http://schemas.microsoft.com/office/2007/relationships/diagramDrawing" Target="../diagrams/drawing2.xml"/><Relationship Id="rId4" Type="http://schemas.openxmlformats.org/officeDocument/2006/relationships/image" Target="../media/image2.emf"/><Relationship Id="rId9" Type="http://schemas.openxmlformats.org/officeDocument/2006/relationships/diagramColors" Target="../diagrams/colors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oleObject" Target="../embeddings/oleObject79.bin"/><Relationship Id="rId7" Type="http://schemas.openxmlformats.org/officeDocument/2006/relationships/diagramLayout" Target="../diagrams/layout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0.xml"/><Relationship Id="rId6" Type="http://schemas.openxmlformats.org/officeDocument/2006/relationships/diagramData" Target="../diagrams/data3.xml"/><Relationship Id="rId5" Type="http://schemas.openxmlformats.org/officeDocument/2006/relationships/image" Target="../media/image25.png"/><Relationship Id="rId10" Type="http://schemas.microsoft.com/office/2007/relationships/diagramDrawing" Target="../diagrams/drawing3.xml"/><Relationship Id="rId4" Type="http://schemas.openxmlformats.org/officeDocument/2006/relationships/image" Target="../media/image2.emf"/><Relationship Id="rId9" Type="http://schemas.openxmlformats.org/officeDocument/2006/relationships/diagramColors" Target="../diagrams/colors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D03B1AD-3426-7978-C202-D3F4AA2419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4627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03B1AD-3426-7978-C202-D3F4AA2419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zöveg helye 1">
            <a:extLst>
              <a:ext uri="{FF2B5EF4-FFF2-40B4-BE49-F238E27FC236}">
                <a16:creationId xmlns:a16="http://schemas.microsoft.com/office/drawing/2014/main" id="{AF979587-714C-0794-5030-3370A8B622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4175" y="1313920"/>
            <a:ext cx="3498449" cy="5050875"/>
          </a:xfrm>
        </p:spPr>
        <p:txBody>
          <a:bodyPr/>
          <a:lstStyle/>
          <a:p>
            <a:pPr marL="0" indent="0" algn="ctr">
              <a:buNone/>
            </a:pPr>
            <a:endParaRPr lang="hu-HU" sz="14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hu-HU" sz="14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hu-HU" sz="14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hu-HU" sz="1400" b="1" dirty="0">
                <a:solidFill>
                  <a:schemeClr val="accent1"/>
                </a:solidFill>
              </a:rPr>
              <a:t>Pénzügyi átvilágítás</a:t>
            </a:r>
          </a:p>
          <a:p>
            <a:pPr marL="0" indent="0" algn="ctr">
              <a:buNone/>
            </a:pPr>
            <a:endParaRPr lang="hu-HU" sz="1400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hu-HU" sz="1400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hu-HU" sz="1400" b="1" dirty="0">
                <a:solidFill>
                  <a:schemeClr val="accent1"/>
                </a:solidFill>
              </a:rPr>
              <a:t>Red Flag DD riport</a:t>
            </a:r>
          </a:p>
          <a:p>
            <a:pPr marL="0" indent="0" algn="ctr">
              <a:buNone/>
            </a:pPr>
            <a:r>
              <a:rPr lang="hu-HU" sz="1600" dirty="0">
                <a:solidFill>
                  <a:schemeClr val="accent1"/>
                </a:solidFill>
              </a:rPr>
              <a:t>+ ÁFA</a:t>
            </a:r>
          </a:p>
          <a:p>
            <a:pPr marL="0" indent="0" algn="ctr">
              <a:buNone/>
            </a:pPr>
            <a:endParaRPr lang="hu-HU" sz="1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hu-HU" sz="1600" dirty="0">
              <a:solidFill>
                <a:schemeClr val="accent1"/>
              </a:solidFill>
            </a:endParaRPr>
          </a:p>
          <a:p>
            <a:pPr algn="ctr"/>
            <a:endParaRPr lang="hu-HU" sz="1200" dirty="0"/>
          </a:p>
          <a:p>
            <a:pPr algn="ctr"/>
            <a:endParaRPr lang="hu-HU" sz="1200" dirty="0">
              <a:highlight>
                <a:srgbClr val="FFFF00"/>
              </a:highlight>
            </a:endParaRPr>
          </a:p>
          <a:p>
            <a:pPr algn="ctr"/>
            <a:endParaRPr lang="hu-HU" sz="1200" dirty="0">
              <a:highlight>
                <a:srgbClr val="FFFF00"/>
              </a:highlight>
            </a:endParaRPr>
          </a:p>
          <a:p>
            <a:pPr algn="ctr"/>
            <a:endParaRPr lang="hu-HU" dirty="0"/>
          </a:p>
          <a:p>
            <a:pPr algn="ctr"/>
            <a:endParaRPr lang="hu-HU" sz="1200" dirty="0"/>
          </a:p>
          <a:p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BD2DDD6-21AE-A49C-F730-24D8068780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87074" y="1313922"/>
            <a:ext cx="3859952" cy="3790816"/>
          </a:xfrm>
        </p:spPr>
        <p:txBody>
          <a:bodyPr/>
          <a:lstStyle/>
          <a:p>
            <a:pPr marL="0" indent="0" algn="ctr">
              <a:buNone/>
            </a:pPr>
            <a:endParaRPr lang="hu-HU" sz="12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hu-HU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hu-HU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hu-HU" sz="1400" b="1" dirty="0">
                <a:solidFill>
                  <a:schemeClr val="accent1"/>
                </a:solidFill>
              </a:rPr>
              <a:t>Red </a:t>
            </a:r>
            <a:r>
              <a:rPr lang="hu-HU" sz="1400" b="1" dirty="0" err="1">
                <a:solidFill>
                  <a:schemeClr val="accent1"/>
                </a:solidFill>
              </a:rPr>
              <a:t>Flag</a:t>
            </a:r>
            <a:r>
              <a:rPr lang="hu-HU" sz="1400" b="1" dirty="0">
                <a:solidFill>
                  <a:schemeClr val="accent1"/>
                </a:solidFill>
              </a:rPr>
              <a:t>  átvilágítási riport</a:t>
            </a:r>
          </a:p>
          <a:p>
            <a:pPr marR="0" lvl="0" algn="just" fontAlgn="auto">
              <a:spcBef>
                <a:spcPts val="600"/>
              </a:spcBef>
              <a:tabLst/>
              <a:defRPr/>
            </a:pPr>
            <a:r>
              <a:rPr lang="hu-HU" dirty="0"/>
              <a:t>A Céltársaság </a:t>
            </a:r>
            <a:r>
              <a:rPr lang="hu-H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vagyoni helyzete és eredményessége vizsgálatának eredményeit és megállapításait, a feltárt kockázatok azonosítását és bemutatását, kezelésükre tett javaslatokat bemutató </a:t>
            </a:r>
            <a:r>
              <a:rPr lang="hu-HU" sz="1200" strike="sngStrike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Red Flag</a:t>
            </a:r>
            <a:r>
              <a:rPr lang="hu-H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riport,</a:t>
            </a:r>
            <a:r>
              <a:rPr lang="hu-HU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a </a:t>
            </a:r>
            <a:r>
              <a:rPr lang="hu-H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Céltársaság vagyoni helyzete és eredményessége vizsgálatának összefoglalásával.</a:t>
            </a:r>
            <a:endParaRPr lang="hu-HU" dirty="0"/>
          </a:p>
          <a:p>
            <a:pPr algn="just">
              <a:defRPr/>
            </a:pPr>
            <a:r>
              <a:rPr lang="hu-HU" dirty="0"/>
              <a:t>A BDO a </a:t>
            </a:r>
            <a:r>
              <a:rPr lang="hu-HU" strike="sngStrike" dirty="0"/>
              <a:t>Red </a:t>
            </a:r>
            <a:r>
              <a:rPr lang="hu-HU" strike="sngStrike" dirty="0" err="1"/>
              <a:t>Flag</a:t>
            </a:r>
            <a:r>
              <a:rPr lang="hu-HU" strike="sngStrike" dirty="0"/>
              <a:t> </a:t>
            </a:r>
            <a:r>
              <a:rPr lang="hu-HU" dirty="0"/>
              <a:t>riport </a:t>
            </a:r>
            <a:r>
              <a:rPr lang="hu-HU" dirty="0" err="1"/>
              <a:t>draft</a:t>
            </a:r>
            <a:r>
              <a:rPr lang="hu-HU" dirty="0"/>
              <a:t> változatát a kért pénzügyi, üzleti adatok és információk teljeskörű átadását követő 14-17 munkanapon belül készíti el. </a:t>
            </a:r>
          </a:p>
          <a:p>
            <a:pPr marR="0" lvl="0" algn="just" fontAlgn="auto">
              <a:tabLst/>
              <a:defRPr/>
            </a:pPr>
            <a:r>
              <a:rPr lang="hu-HU" dirty="0"/>
              <a:t>Véganyag átadására a Megbízótól a </a:t>
            </a:r>
            <a:r>
              <a:rPr lang="hu-HU" dirty="0" err="1"/>
              <a:t>draft</a:t>
            </a:r>
            <a:r>
              <a:rPr lang="hu-HU" dirty="0"/>
              <a:t> riportokra adott visszajelzéseket követő 3-5  munkanapon belül kerülhet sor.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6CE4AA9-06CD-8774-EC0D-97C85EADF8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624" y="1171575"/>
            <a:ext cx="3498449" cy="5050875"/>
          </a:xfrm>
        </p:spPr>
        <p:txBody>
          <a:bodyPr/>
          <a:lstStyle/>
          <a:p>
            <a:pPr marL="0" indent="0" algn="ctr">
              <a:buNone/>
            </a:pPr>
            <a:r>
              <a:rPr lang="hu-HU" sz="1400" b="0" kern="1200" dirty="0"/>
              <a:t> </a:t>
            </a:r>
            <a:r>
              <a:rPr lang="hu-HU" sz="1400" b="0" kern="1200" dirty="0">
                <a:solidFill>
                  <a:srgbClr val="FFFFFF"/>
                </a:solidFill>
                <a:latin typeface="Trebuchet MS" panose="020B0603020202020204" pitchFamily="34" charset="0"/>
                <a:ea typeface="+mn-ea"/>
                <a:cs typeface="+mn-cs"/>
              </a:rPr>
              <a:t>Teljesítendő feladat</a:t>
            </a:r>
            <a:endParaRPr lang="hu-HU" sz="14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hu-HU" sz="14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hu-HU" sz="14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hu-HU" sz="1400" b="1" dirty="0">
                <a:solidFill>
                  <a:schemeClr val="accent1"/>
                </a:solidFill>
              </a:rPr>
              <a:t>Pénzügyi átvilágítás</a:t>
            </a:r>
          </a:p>
          <a:p>
            <a:pPr marL="0" indent="0" algn="ctr">
              <a:buNone/>
            </a:pPr>
            <a:endParaRPr lang="hu-HU" sz="1400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hu-HU" sz="1200" b="1" dirty="0">
                <a:solidFill>
                  <a:schemeClr val="accent1"/>
                </a:solidFill>
              </a:rPr>
              <a:t>Vizsgált időszak: </a:t>
            </a:r>
            <a:r>
              <a:rPr lang="hu-HU" sz="1200" dirty="0">
                <a:solidFill>
                  <a:schemeClr val="accent1"/>
                </a:solidFill>
              </a:rPr>
              <a:t>2020-2023 üzleti évek valamint 2024YTD</a:t>
            </a:r>
            <a:r>
              <a:rPr lang="hu-HU" sz="1200" dirty="0"/>
              <a:t> (a rendelkezésre álló adatok függvényében)</a:t>
            </a:r>
          </a:p>
          <a:p>
            <a:pPr marL="0" indent="0" algn="just">
              <a:buNone/>
            </a:pPr>
            <a:endParaRPr lang="hu-HU" sz="1200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hu-HU" sz="1200" b="1" dirty="0">
                <a:solidFill>
                  <a:schemeClr val="accent1"/>
                </a:solidFill>
              </a:rPr>
              <a:t>Feladatok:</a:t>
            </a:r>
          </a:p>
          <a:p>
            <a:pPr algn="just"/>
            <a:r>
              <a:rPr lang="hu-HU" dirty="0"/>
              <a:t>Üzleti tevékenység rövid áttekintése</a:t>
            </a:r>
          </a:p>
          <a:p>
            <a:pPr algn="just"/>
            <a:r>
              <a:rPr lang="hu-HU" dirty="0"/>
              <a:t>Eredménykimutatás, eredményesség, bevételek, költségek és ráfordítások vizsgálata és elemzése</a:t>
            </a:r>
          </a:p>
          <a:p>
            <a:pPr algn="just"/>
            <a:r>
              <a:rPr lang="hu-HU" dirty="0"/>
              <a:t>Vagyoni helyzet, tárgyi eszközök, forgóeszközök, finanszírozás, tőkehelyzet vizsgálata és elemzése</a:t>
            </a:r>
            <a:r>
              <a:rPr lang="hu-HU"/>
              <a:t>; kiemelt </a:t>
            </a:r>
            <a:r>
              <a:rPr lang="hu-HU" dirty="0"/>
              <a:t>figyelemmel az ingatlanvagyonra</a:t>
            </a:r>
          </a:p>
          <a:p>
            <a:pPr algn="just"/>
            <a:r>
              <a:rPr lang="hu-HU" dirty="0"/>
              <a:t>Cash-flow kimutatás vizsgálata és elemzése</a:t>
            </a:r>
          </a:p>
          <a:p>
            <a:pPr algn="just"/>
            <a:r>
              <a:rPr lang="hu-HU" dirty="0"/>
              <a:t>A tervezett tranzakció szempontjából releváns pénzügyi/üzleti kockázatok azonosítása</a:t>
            </a:r>
          </a:p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E9DE55D-B084-E75E-2E18-4199C7457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1</a:t>
            </a:fld>
            <a:endParaRPr lang="nl-NL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838F349C-2DC6-363A-9FF6-8B7A216BE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612774"/>
            <a:ext cx="11217601" cy="720197"/>
          </a:xfrm>
        </p:spPr>
        <p:txBody>
          <a:bodyPr vert="horz"/>
          <a:lstStyle/>
          <a:p>
            <a:r>
              <a:rPr lang="hu-HU" dirty="0"/>
              <a:t>Indikatív ajánlatunk – fix összegű megbízási díj minden elvégzendő feladatra a Céltársaság pénzügyi átvilágítása során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CBFCF16-001B-3575-2169-F29E4C8FBF84}"/>
              </a:ext>
            </a:extLst>
          </p:cNvPr>
          <p:cNvGraphicFramePr/>
          <p:nvPr/>
        </p:nvGraphicFramePr>
        <p:xfrm>
          <a:off x="485023" y="1440110"/>
          <a:ext cx="11217601" cy="360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61008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467BDA6-9FBD-AEF7-F37A-0619CEC51F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9456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67BDA6-9FBD-AEF7-F37A-0619CEC51F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zöveg helye 1">
            <a:extLst>
              <a:ext uri="{FF2B5EF4-FFF2-40B4-BE49-F238E27FC236}">
                <a16:creationId xmlns:a16="http://schemas.microsoft.com/office/drawing/2014/main" id="{42677FA4-2E76-42C0-A24B-38E95258EA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pPr marL="0" indent="0" algn="ctr">
              <a:buNone/>
            </a:pPr>
            <a:br>
              <a:rPr lang="hu-HU" sz="1400" b="1" dirty="0">
                <a:solidFill>
                  <a:srgbClr val="000000"/>
                </a:solidFill>
              </a:rPr>
            </a:br>
            <a:r>
              <a:rPr lang="hu-HU" sz="1400" b="1" dirty="0">
                <a:solidFill>
                  <a:schemeClr val="accent1"/>
                </a:solidFill>
              </a:rPr>
              <a:t>Adóügyi átvilágítás</a:t>
            </a:r>
          </a:p>
          <a:p>
            <a:pPr algn="ctr"/>
            <a:endParaRPr lang="hu-HU" sz="1400" dirty="0"/>
          </a:p>
          <a:p>
            <a:pPr marL="0" indent="0" algn="ctr">
              <a:buNone/>
            </a:pPr>
            <a:r>
              <a:rPr lang="hu-HU" sz="1400" b="1" dirty="0">
                <a:solidFill>
                  <a:schemeClr val="accent1"/>
                </a:solidFill>
              </a:rPr>
              <a:t>Red Flag DD riport</a:t>
            </a:r>
          </a:p>
          <a:p>
            <a:pPr marL="0" indent="0" algn="ctr">
              <a:buNone/>
            </a:pPr>
            <a:r>
              <a:rPr lang="hu-HU" sz="1600" dirty="0">
                <a:solidFill>
                  <a:schemeClr val="accent1"/>
                </a:solidFill>
              </a:rPr>
              <a:t>+ ÁFA</a:t>
            </a:r>
          </a:p>
          <a:p>
            <a:pPr marL="0" indent="0" algn="ctr">
              <a:buNone/>
            </a:pPr>
            <a:endParaRPr lang="hu-HU" sz="1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hu-HU" sz="1400" dirty="0">
                <a:solidFill>
                  <a:schemeClr val="accent1"/>
                </a:solidFill>
              </a:rPr>
              <a:t>(5 teljes lezárt adóév vizsgálatát feltételezve)</a:t>
            </a:r>
          </a:p>
          <a:p>
            <a:pPr marL="0" indent="0" algn="ctr">
              <a:buNone/>
            </a:pPr>
            <a:endParaRPr lang="hu-HU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hu-HU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hu-HU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hu-HU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hu-HU" sz="1600" dirty="0">
              <a:solidFill>
                <a:schemeClr val="accent1"/>
              </a:solidFill>
            </a:endParaRP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4540A2A-AD4C-4ABE-981F-E3C68E632D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83474" y="1097998"/>
            <a:ext cx="3861752" cy="5050875"/>
          </a:xfrm>
        </p:spPr>
        <p:txBody>
          <a:bodyPr/>
          <a:lstStyle/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pPr marL="0" indent="0" algn="ctr">
              <a:buNone/>
            </a:pPr>
            <a:br>
              <a:rPr lang="hu-HU" sz="1400" b="1" dirty="0">
                <a:solidFill>
                  <a:srgbClr val="000000"/>
                </a:solidFill>
              </a:rPr>
            </a:br>
            <a:r>
              <a:rPr lang="hu-HU" sz="1400" b="1" dirty="0">
                <a:solidFill>
                  <a:schemeClr val="accent1"/>
                </a:solidFill>
              </a:rPr>
              <a:t>Red </a:t>
            </a:r>
            <a:r>
              <a:rPr lang="hu-HU" sz="1400" b="1" dirty="0" err="1">
                <a:solidFill>
                  <a:schemeClr val="accent1"/>
                </a:solidFill>
              </a:rPr>
              <a:t>Flag</a:t>
            </a:r>
            <a:r>
              <a:rPr lang="hu-HU" sz="1400" b="1" dirty="0">
                <a:solidFill>
                  <a:schemeClr val="accent1"/>
                </a:solidFill>
              </a:rPr>
              <a:t> átvilágítási riport</a:t>
            </a:r>
          </a:p>
          <a:p>
            <a:pPr marL="27000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r>
              <a:rPr lang="hu-HU" sz="1200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A Céltársaságra vonatkozóan a fő adóügyi kockázatokat kiemelő és elemző, számszerűsítő, a </a:t>
            </a:r>
            <a:r>
              <a:rPr kumimoji="0" lang="hu-HU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kockázatok mérséklésére ajánlásokat tevő</a:t>
            </a:r>
            <a:r>
              <a:rPr lang="hu-HU" sz="1200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 </a:t>
            </a:r>
            <a:r>
              <a:rPr lang="hu-HU" sz="1200" strike="sngStrike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Red Flag </a:t>
            </a:r>
            <a:r>
              <a:rPr lang="hu-HU" sz="1200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riport</a:t>
            </a:r>
          </a:p>
          <a:p>
            <a:pPr marL="27000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r>
              <a:rPr lang="hu-HU" sz="1200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A BDO az Átvilágítási riport </a:t>
            </a:r>
            <a:r>
              <a:rPr lang="hu-HU" sz="1200" dirty="0" err="1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draft</a:t>
            </a:r>
            <a:r>
              <a:rPr lang="hu-HU" sz="1200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 változatát a kért pénzügyi, üzleti adatok és információk teljeskörű átadását követő 14-17 munkanapon belül készíti el</a:t>
            </a:r>
          </a:p>
          <a:p>
            <a:pPr marL="27000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r>
              <a:rPr kumimoji="0" lang="hu-HU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A véganyagok átadására a Megbízótól a </a:t>
            </a:r>
            <a:r>
              <a:rPr kumimoji="0" lang="hu-HU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draft</a:t>
            </a:r>
            <a:r>
              <a:rPr kumimoji="0" lang="hu-HU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 riportokra adott visszajelzéseket követő 3-5 munkanapon belül kerülhet sor.</a:t>
            </a:r>
          </a:p>
          <a:p>
            <a:pPr marL="27000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endParaRPr lang="hu-HU" dirty="0">
              <a:solidFill>
                <a:srgbClr val="404040"/>
              </a:solidFill>
              <a:latin typeface="Trebuchet MS"/>
              <a:cs typeface="Arial" panose="020B0604020202020204" pitchFamily="34" charset="0"/>
            </a:endParaRPr>
          </a:p>
          <a:p>
            <a:pPr marL="27000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rebuchet MS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endParaRPr lang="hu-HU" sz="1200" dirty="0">
              <a:solidFill>
                <a:srgbClr val="404040"/>
              </a:solidFill>
              <a:latin typeface="Trebuchet MS"/>
              <a:cs typeface="Arial" panose="020B0604020202020204" pitchFamily="34" charset="0"/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A40A969-4E68-4E7A-9D0A-9EA73D9BBD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024" y="1076324"/>
            <a:ext cx="3498449" cy="5050875"/>
          </a:xfrm>
        </p:spPr>
        <p:txBody>
          <a:bodyPr/>
          <a:lstStyle/>
          <a:p>
            <a:endParaRPr lang="hu-HU" dirty="0"/>
          </a:p>
          <a:p>
            <a:endParaRPr lang="hu-HU" dirty="0"/>
          </a:p>
          <a:p>
            <a:pPr marL="0" indent="0" algn="ctr">
              <a:buNone/>
            </a:pPr>
            <a:endParaRPr lang="hu-HU" sz="14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br>
              <a:rPr lang="hu-HU" sz="1400" b="1" dirty="0">
                <a:solidFill>
                  <a:srgbClr val="000000"/>
                </a:solidFill>
              </a:rPr>
            </a:br>
            <a:r>
              <a:rPr lang="hu-HU" sz="1400" b="1" dirty="0">
                <a:solidFill>
                  <a:schemeClr val="accent1"/>
                </a:solidFill>
              </a:rPr>
              <a:t>Adóügyi átvilágítás</a:t>
            </a:r>
          </a:p>
          <a:p>
            <a:pPr marL="0" indent="0" algn="just">
              <a:buNone/>
            </a:pPr>
            <a:endParaRPr lang="hu-HU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hu-HU" b="1" dirty="0">
                <a:solidFill>
                  <a:schemeClr val="accent1"/>
                </a:solidFill>
              </a:rPr>
              <a:t>Vizsgált időszak: </a:t>
            </a:r>
            <a:r>
              <a:rPr lang="hu-HU" sz="1200" dirty="0">
                <a:solidFill>
                  <a:schemeClr val="accent1"/>
                </a:solidFill>
              </a:rPr>
              <a:t>2020-2023 üzleti évek valamint 2024YTD</a:t>
            </a:r>
            <a:r>
              <a:rPr lang="hu-HU" sz="1200" dirty="0"/>
              <a:t> (a rendelkezésre álló adatok függvényében)</a:t>
            </a:r>
            <a:endParaRPr lang="hu-HU" dirty="0"/>
          </a:p>
          <a:p>
            <a:pPr marL="0" indent="0" algn="just">
              <a:spcBef>
                <a:spcPts val="600"/>
              </a:spcBef>
              <a:buNone/>
            </a:pPr>
            <a:r>
              <a:rPr lang="hu-HU" b="1" dirty="0">
                <a:solidFill>
                  <a:schemeClr val="accent1"/>
                </a:solidFill>
              </a:rPr>
              <a:t>Feladatok: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Adóügyi státusz ismertetése, általános adózási pozíció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Adóbevallások és adómegállapítások áttekintése (TAO, ÁFA, </a:t>
            </a:r>
            <a:r>
              <a:rPr lang="hu-HU" dirty="0" err="1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Hipa</a:t>
            </a: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, építmény- és telekadó); illetékek áttekintése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Kapcsolt felekkel fennálló tranzakciók és azok adóhatásainak bemutatása 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Áfával kapcsolatos adókockázatok elemzése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Transzferárral kapcsolatos tranzakciók körülményeinek elemzése.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Előző évekből átvitt veszteségek elemzése és a jövőbeni lehetséges hasznosításuk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Adózással kapcsolatos esetleges peres ügyek, fellebbezések bemutatása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strike="sngStrike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Állami támogatások adóügyi vizsgálata szempontból 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362F8CD-E63E-4A55-9647-9365D99E1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8EBFD463-B2F1-4F2D-A12C-F416EC92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17601" cy="720197"/>
          </a:xfrm>
        </p:spPr>
        <p:txBody>
          <a:bodyPr vert="horz"/>
          <a:lstStyle/>
          <a:p>
            <a:r>
              <a:rPr lang="hu-HU" dirty="0"/>
              <a:t>Indikatív ajánlatunk – fix összegű megbízási díj minden elvégzendő feladatra a Céltársaság adóügyi átvilágítása során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D1B9490-3077-4310-B12D-782CDDDA4F05}"/>
              </a:ext>
            </a:extLst>
          </p:cNvPr>
          <p:cNvGraphicFramePr/>
          <p:nvPr/>
        </p:nvGraphicFramePr>
        <p:xfrm>
          <a:off x="485024" y="1440110"/>
          <a:ext cx="11217602" cy="360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277551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DDA0C-856B-BF9F-058C-FE85DA610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9EC90004-1D58-7D3C-F662-DD0C25201F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60750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90004-1D58-7D3C-F662-DD0C25201F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zöveg helye 1">
            <a:extLst>
              <a:ext uri="{FF2B5EF4-FFF2-40B4-BE49-F238E27FC236}">
                <a16:creationId xmlns:a16="http://schemas.microsoft.com/office/drawing/2014/main" id="{D82EA443-E8E3-7062-1C63-43C444554D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pPr marL="0" indent="0" algn="ctr">
              <a:buNone/>
            </a:pPr>
            <a:br>
              <a:rPr lang="hu-HU" sz="1400" b="1" dirty="0">
                <a:solidFill>
                  <a:srgbClr val="000000"/>
                </a:solidFill>
              </a:rPr>
            </a:br>
            <a:r>
              <a:rPr lang="hu-HU" sz="1400" b="1" dirty="0">
                <a:solidFill>
                  <a:schemeClr val="accent1"/>
                </a:solidFill>
              </a:rPr>
              <a:t>Jogi átvilágítás</a:t>
            </a:r>
          </a:p>
          <a:p>
            <a:pPr algn="ctr"/>
            <a:endParaRPr lang="hu-HU" sz="1400" dirty="0"/>
          </a:p>
          <a:p>
            <a:pPr algn="ctr"/>
            <a:endParaRPr lang="hu-HU" sz="1400" dirty="0"/>
          </a:p>
          <a:p>
            <a:pPr marL="0" indent="0" algn="ctr">
              <a:buNone/>
            </a:pPr>
            <a:r>
              <a:rPr lang="hu-HU" sz="1400" b="1" dirty="0">
                <a:solidFill>
                  <a:schemeClr val="accent1"/>
                </a:solidFill>
              </a:rPr>
              <a:t>Red Flag DD riport</a:t>
            </a:r>
          </a:p>
          <a:p>
            <a:pPr marL="0" indent="0" algn="ctr">
              <a:buNone/>
            </a:pPr>
            <a:r>
              <a:rPr lang="hu-HU" sz="1600" dirty="0">
                <a:solidFill>
                  <a:schemeClr val="accent1"/>
                </a:solidFill>
              </a:rPr>
              <a:t>+ ÁFA</a:t>
            </a:r>
          </a:p>
          <a:p>
            <a:pPr marL="0" indent="0" algn="ctr">
              <a:buNone/>
            </a:pPr>
            <a:endParaRPr lang="hu-HU" sz="1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hu-HU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hu-HU" sz="1600" dirty="0">
              <a:solidFill>
                <a:schemeClr val="accent1"/>
              </a:solidFill>
            </a:endParaRP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572BB76-C6A5-A164-264D-CB44F885FF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83474" y="1097998"/>
            <a:ext cx="3861752" cy="5050875"/>
          </a:xfrm>
        </p:spPr>
        <p:txBody>
          <a:bodyPr/>
          <a:lstStyle/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pPr marL="0" indent="0" algn="ctr">
              <a:buNone/>
            </a:pPr>
            <a:br>
              <a:rPr lang="hu-HU" sz="1400" b="1" dirty="0">
                <a:solidFill>
                  <a:srgbClr val="000000"/>
                </a:solidFill>
              </a:rPr>
            </a:br>
            <a:r>
              <a:rPr lang="hu-HU" sz="1400" b="1" dirty="0">
                <a:solidFill>
                  <a:schemeClr val="accent1"/>
                </a:solidFill>
              </a:rPr>
              <a:t>Red </a:t>
            </a:r>
            <a:r>
              <a:rPr lang="hu-HU" sz="1400" b="1" dirty="0" err="1">
                <a:solidFill>
                  <a:schemeClr val="accent1"/>
                </a:solidFill>
              </a:rPr>
              <a:t>Flag</a:t>
            </a:r>
            <a:r>
              <a:rPr lang="hu-HU" sz="1400" b="1" dirty="0">
                <a:solidFill>
                  <a:schemeClr val="accent1"/>
                </a:solidFill>
              </a:rPr>
              <a:t> átvilágítási riport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endParaRPr lang="hu-HU" sz="1200" dirty="0">
              <a:solidFill>
                <a:srgbClr val="404040"/>
              </a:solidFill>
              <a:latin typeface="Trebuchet MS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Minden lényeges jogi szempontból kockázatot jelentő észrevétel összesítése az átvilágítási jelentésben, annak kockázatának minősítése.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endParaRPr lang="hu-HU" dirty="0">
              <a:solidFill>
                <a:srgbClr val="404040"/>
              </a:solidFill>
              <a:latin typeface="Trebuchet MS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endParaRPr lang="hu-HU" sz="1200" dirty="0">
              <a:solidFill>
                <a:srgbClr val="404040"/>
              </a:solidFill>
              <a:latin typeface="Trebuchet MS"/>
              <a:cs typeface="Arial" panose="020B0604020202020204" pitchFamily="34" charset="0"/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85AA7A3-BA51-F07C-E602-0500781B9C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024" y="1076324"/>
            <a:ext cx="3498449" cy="5050875"/>
          </a:xfrm>
        </p:spPr>
        <p:txBody>
          <a:bodyPr/>
          <a:lstStyle/>
          <a:p>
            <a:endParaRPr lang="hu-HU" dirty="0"/>
          </a:p>
          <a:p>
            <a:endParaRPr lang="hu-HU" dirty="0"/>
          </a:p>
          <a:p>
            <a:pPr marL="0" indent="0" algn="ctr">
              <a:buNone/>
            </a:pPr>
            <a:endParaRPr lang="hu-HU" sz="1400" b="1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br>
              <a:rPr lang="hu-HU" sz="1400" b="1" dirty="0">
                <a:solidFill>
                  <a:srgbClr val="000000"/>
                </a:solidFill>
              </a:rPr>
            </a:br>
            <a:r>
              <a:rPr lang="hu-HU" sz="1400" b="1" dirty="0">
                <a:solidFill>
                  <a:schemeClr val="accent1"/>
                </a:solidFill>
              </a:rPr>
              <a:t>Jogi átvilágítás</a:t>
            </a:r>
          </a:p>
          <a:p>
            <a:pPr marL="0" indent="0" algn="just">
              <a:buNone/>
            </a:pPr>
            <a:endParaRPr lang="hu-HU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hu-HU" dirty="0">
                <a:solidFill>
                  <a:schemeClr val="accent1"/>
                </a:solidFill>
              </a:rPr>
              <a:t>A céltársaságok lényeges szerződéseinek „ áttekintése, mely során a </a:t>
            </a:r>
            <a:r>
              <a:rPr lang="hu-HU" dirty="0" err="1">
                <a:solidFill>
                  <a:schemeClr val="accent1"/>
                </a:solidFill>
              </a:rPr>
              <a:t>materialitási</a:t>
            </a:r>
            <a:r>
              <a:rPr lang="hu-HU" dirty="0">
                <a:solidFill>
                  <a:schemeClr val="accent1"/>
                </a:solidFill>
              </a:rPr>
              <a:t> küszöb ** EUR.</a:t>
            </a:r>
          </a:p>
          <a:p>
            <a:pPr marL="0" indent="0" algn="just">
              <a:buNone/>
            </a:pPr>
            <a:r>
              <a:rPr lang="hu-HU" dirty="0">
                <a:solidFill>
                  <a:schemeClr val="accent1"/>
                </a:solidFill>
              </a:rPr>
              <a:t>A Céltársaság jogi átvilágítása, a tervezett tranzakció szempontjából releváns szerződéses feltétekre, kockázatokra koncentrálva:  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hu-HU" b="1" dirty="0">
                <a:solidFill>
                  <a:schemeClr val="accent1"/>
                </a:solidFill>
              </a:rPr>
              <a:t>Feladatok: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Társasági dokumentumok áttekintése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Kereskedelmi szerződések áttekintése: fő vevői és beszállítói szerződések (ha releváns) 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Finanszírozási szerződések áttekintése: tagi kölcsön, beruházási és folyószámla hitelek vizsgálata 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Munkaszerződések: mintaszerződés vizsgálata (ez nem releváns itt)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Biztosítások áttekintése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Ingatlan helyzetének áttekintése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Folyamatban lévő perek, hatósági eljárások áttekintése </a:t>
            </a:r>
          </a:p>
          <a:p>
            <a:pPr marL="270000" algn="just" defTabSz="914400">
              <a:spcAft>
                <a:spcPts val="0"/>
              </a:spcAft>
              <a:buClrTx/>
              <a:buSzTx/>
              <a:buBlip>
                <a:blip r:embed="rId5"/>
              </a:buBlip>
              <a:defRPr/>
            </a:pPr>
            <a:r>
              <a:rPr lang="hu-HU" dirty="0">
                <a:solidFill>
                  <a:srgbClr val="404040"/>
                </a:solidFill>
                <a:latin typeface="Trebuchet MS"/>
                <a:cs typeface="Arial" panose="020B0604020202020204" pitchFamily="34" charset="0"/>
              </a:rPr>
              <a:t>Engedélyek áttekintése</a:t>
            </a:r>
          </a:p>
          <a:p>
            <a:pPr marL="0" indent="0" algn="just">
              <a:buNone/>
            </a:pPr>
            <a:endParaRPr lang="hu-HU" dirty="0">
              <a:solidFill>
                <a:schemeClr val="accent1"/>
              </a:solidFill>
            </a:endParaRP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DF82DF5-3ECE-A5FF-445A-E24089280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E5C73E32-5DE9-4A00-2A7E-D3AF2BDB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17601" cy="720197"/>
          </a:xfrm>
        </p:spPr>
        <p:txBody>
          <a:bodyPr vert="horz"/>
          <a:lstStyle/>
          <a:p>
            <a:r>
              <a:rPr lang="hu-HU" dirty="0"/>
              <a:t>Indikatív ajánlatunk – fix összegű megbízási díj minden elvégzendő feladatra a Céltársaság jogi átvilágítása során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0E27C78-6D2B-EF28-9953-A771875419EB}"/>
              </a:ext>
            </a:extLst>
          </p:cNvPr>
          <p:cNvGraphicFramePr/>
          <p:nvPr/>
        </p:nvGraphicFramePr>
        <p:xfrm>
          <a:off x="485024" y="1440110"/>
          <a:ext cx="11217602" cy="360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6382251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52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.%m.%d.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DOCFPPT">
  <a:themeElements>
    <a:clrScheme name="BDO_colour-palette">
      <a:dk1>
        <a:srgbClr val="333333"/>
      </a:dk1>
      <a:lt1>
        <a:srgbClr val="FFFFFF"/>
      </a:lt1>
      <a:dk2>
        <a:srgbClr val="333333"/>
      </a:dk2>
      <a:lt2>
        <a:srgbClr val="E7E7E7"/>
      </a:lt2>
      <a:accent1>
        <a:srgbClr val="E81A3B"/>
      </a:accent1>
      <a:accent2>
        <a:srgbClr val="5B6E7F"/>
      </a:accent2>
      <a:accent3>
        <a:srgbClr val="98002E"/>
      </a:accent3>
      <a:accent4>
        <a:srgbClr val="009966"/>
      </a:accent4>
      <a:accent5>
        <a:srgbClr val="D67900"/>
      </a:accent5>
      <a:accent6>
        <a:srgbClr val="008FD2"/>
      </a:accent6>
      <a:hlink>
        <a:srgbClr val="0062B8"/>
      </a:hlink>
      <a:folHlink>
        <a:srgbClr val="666666"/>
      </a:folHlink>
    </a:clrScheme>
    <a:fontScheme name="Custom 2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DOCFPPT" id="{AE96E00F-2D86-4674-B470-2EE8CD6E3482}" vid="{73D33B73-2EA4-4C32-93C5-441D5EB2EA2C}"/>
    </a:ext>
  </a:extLst>
</a:theme>
</file>

<file path=ppt/theme/theme2.xml><?xml version="1.0" encoding="utf-8"?>
<a:theme xmlns:a="http://schemas.openxmlformats.org/drawingml/2006/main" name="Cover Pages">
  <a:themeElements>
    <a:clrScheme name="BDO_colour-palette">
      <a:dk1>
        <a:srgbClr val="333333"/>
      </a:dk1>
      <a:lt1>
        <a:srgbClr val="FFFFFF"/>
      </a:lt1>
      <a:dk2>
        <a:srgbClr val="333333"/>
      </a:dk2>
      <a:lt2>
        <a:srgbClr val="E7E7E7"/>
      </a:lt2>
      <a:accent1>
        <a:srgbClr val="E81A3B"/>
      </a:accent1>
      <a:accent2>
        <a:srgbClr val="5B6E7F"/>
      </a:accent2>
      <a:accent3>
        <a:srgbClr val="98002E"/>
      </a:accent3>
      <a:accent4>
        <a:srgbClr val="009966"/>
      </a:accent4>
      <a:accent5>
        <a:srgbClr val="D67900"/>
      </a:accent5>
      <a:accent6>
        <a:srgbClr val="008FD2"/>
      </a:accent6>
      <a:hlink>
        <a:srgbClr val="0062B8"/>
      </a:hlink>
      <a:folHlink>
        <a:srgbClr val="666666"/>
      </a:folHlink>
    </a:clrScheme>
    <a:fontScheme name="Benutzerdefiniert 1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DO CF alapértelmezett prezentáció" id="{69569BCA-D00F-45AF-BCA4-599BCC9ED493}" vid="{CD99A242-DCAF-499D-9AE1-F9F96046CA62}"/>
    </a:ext>
  </a:extLst>
</a:theme>
</file>

<file path=ppt/theme/theme3.xml><?xml version="1.0" encoding="utf-8"?>
<a:theme xmlns:a="http://schemas.openxmlformats.org/drawingml/2006/main" name="Agenda">
  <a:themeElements>
    <a:clrScheme name="BDO_colour-palette">
      <a:dk1>
        <a:srgbClr val="333333"/>
      </a:dk1>
      <a:lt1>
        <a:srgbClr val="FFFFFF"/>
      </a:lt1>
      <a:dk2>
        <a:srgbClr val="333333"/>
      </a:dk2>
      <a:lt2>
        <a:srgbClr val="E7E7E7"/>
      </a:lt2>
      <a:accent1>
        <a:srgbClr val="E81A3B"/>
      </a:accent1>
      <a:accent2>
        <a:srgbClr val="5B6E7F"/>
      </a:accent2>
      <a:accent3>
        <a:srgbClr val="98002E"/>
      </a:accent3>
      <a:accent4>
        <a:srgbClr val="009966"/>
      </a:accent4>
      <a:accent5>
        <a:srgbClr val="D67900"/>
      </a:accent5>
      <a:accent6>
        <a:srgbClr val="008FD2"/>
      </a:accent6>
      <a:hlink>
        <a:srgbClr val="0062B8"/>
      </a:hlink>
      <a:folHlink>
        <a:srgbClr val="666666"/>
      </a:folHlink>
    </a:clrScheme>
    <a:fontScheme name="Custom 2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DO CF alapértelmezett prezentáció" id="{69569BCA-D00F-45AF-BCA4-599BCC9ED493}" vid="{9ED833B1-B315-418C-849D-692F5A1C594A}"/>
    </a:ext>
  </a:extLst>
</a:theme>
</file>

<file path=ppt/theme/theme4.xml><?xml version="1.0" encoding="utf-8"?>
<a:theme xmlns:a="http://schemas.openxmlformats.org/drawingml/2006/main" name="Profiles">
  <a:themeElements>
    <a:clrScheme name="BDO_colour-palette">
      <a:dk1>
        <a:srgbClr val="333333"/>
      </a:dk1>
      <a:lt1>
        <a:srgbClr val="FFFFFF"/>
      </a:lt1>
      <a:dk2>
        <a:srgbClr val="333333"/>
      </a:dk2>
      <a:lt2>
        <a:srgbClr val="E7E7E7"/>
      </a:lt2>
      <a:accent1>
        <a:srgbClr val="E81A3B"/>
      </a:accent1>
      <a:accent2>
        <a:srgbClr val="5B6E7F"/>
      </a:accent2>
      <a:accent3>
        <a:srgbClr val="98002E"/>
      </a:accent3>
      <a:accent4>
        <a:srgbClr val="009966"/>
      </a:accent4>
      <a:accent5>
        <a:srgbClr val="D67900"/>
      </a:accent5>
      <a:accent6>
        <a:srgbClr val="008FD2"/>
      </a:accent6>
      <a:hlink>
        <a:srgbClr val="0062B8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DO CF alapértelmezett prezentáció" id="{69569BCA-D00F-45AF-BCA4-599BCC9ED493}" vid="{C624DD6A-071A-485A-90CA-2B4FD1423A5A}"/>
    </a:ext>
  </a:extLst>
</a:theme>
</file>

<file path=ppt/theme/theme5.xml><?xml version="1.0" encoding="utf-8"?>
<a:theme xmlns:a="http://schemas.openxmlformats.org/drawingml/2006/main" name="Dividers">
  <a:themeElements>
    <a:clrScheme name="BDO_colour-palette">
      <a:dk1>
        <a:srgbClr val="333333"/>
      </a:dk1>
      <a:lt1>
        <a:srgbClr val="FFFFFF"/>
      </a:lt1>
      <a:dk2>
        <a:srgbClr val="333333"/>
      </a:dk2>
      <a:lt2>
        <a:srgbClr val="E7E7E7"/>
      </a:lt2>
      <a:accent1>
        <a:srgbClr val="E81A3B"/>
      </a:accent1>
      <a:accent2>
        <a:srgbClr val="5B6E7F"/>
      </a:accent2>
      <a:accent3>
        <a:srgbClr val="98002E"/>
      </a:accent3>
      <a:accent4>
        <a:srgbClr val="009966"/>
      </a:accent4>
      <a:accent5>
        <a:srgbClr val="D67900"/>
      </a:accent5>
      <a:accent6>
        <a:srgbClr val="008FD2"/>
      </a:accent6>
      <a:hlink>
        <a:srgbClr val="0062B8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DO CF alapértelmezett prezentáció" id="{69569BCA-D00F-45AF-BCA4-599BCC9ED493}" vid="{92B3C648-BB95-4237-9856-7A019447DACD}"/>
    </a:ext>
  </a:extLst>
</a:theme>
</file>

<file path=ppt/theme/theme6.xml><?xml version="1.0" encoding="utf-8"?>
<a:theme xmlns:a="http://schemas.openxmlformats.org/drawingml/2006/main" name="Inner Pages">
  <a:themeElements>
    <a:clrScheme name="BDO_colour-palette">
      <a:dk1>
        <a:srgbClr val="333333"/>
      </a:dk1>
      <a:lt1>
        <a:srgbClr val="FFFFFF"/>
      </a:lt1>
      <a:dk2>
        <a:srgbClr val="333333"/>
      </a:dk2>
      <a:lt2>
        <a:srgbClr val="E7E7E7"/>
      </a:lt2>
      <a:accent1>
        <a:srgbClr val="E81A3B"/>
      </a:accent1>
      <a:accent2>
        <a:srgbClr val="5B6E7F"/>
      </a:accent2>
      <a:accent3>
        <a:srgbClr val="98002E"/>
      </a:accent3>
      <a:accent4>
        <a:srgbClr val="009966"/>
      </a:accent4>
      <a:accent5>
        <a:srgbClr val="D67900"/>
      </a:accent5>
      <a:accent6>
        <a:srgbClr val="008FD2"/>
      </a:accent6>
      <a:hlink>
        <a:srgbClr val="0062B8"/>
      </a:hlink>
      <a:folHlink>
        <a:srgbClr val="666666"/>
      </a:folHlink>
    </a:clrScheme>
    <a:fontScheme name="Custom 2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239889-E6B0-4513-9F19-8DCB0CD1EE1B}" vid="{98C40509-C656-486A-A14C-DFB4A6080B10}"/>
    </a:ext>
  </a:extLst>
</a:theme>
</file>

<file path=ppt/theme/theme7.xml><?xml version="1.0" encoding="utf-8"?>
<a:theme xmlns:a="http://schemas.openxmlformats.org/drawingml/2006/main" name="1_Inner Pages">
  <a:themeElements>
    <a:clrScheme name="BDO_colour-palette">
      <a:dk1>
        <a:srgbClr val="333333"/>
      </a:dk1>
      <a:lt1>
        <a:srgbClr val="FFFFFF"/>
      </a:lt1>
      <a:dk2>
        <a:srgbClr val="333333"/>
      </a:dk2>
      <a:lt2>
        <a:srgbClr val="E7E7E7"/>
      </a:lt2>
      <a:accent1>
        <a:srgbClr val="E81A3B"/>
      </a:accent1>
      <a:accent2>
        <a:srgbClr val="5B6E7F"/>
      </a:accent2>
      <a:accent3>
        <a:srgbClr val="98002E"/>
      </a:accent3>
      <a:accent4>
        <a:srgbClr val="009966"/>
      </a:accent4>
      <a:accent5>
        <a:srgbClr val="D67900"/>
      </a:accent5>
      <a:accent6>
        <a:srgbClr val="008FD2"/>
      </a:accent6>
      <a:hlink>
        <a:srgbClr val="0062B8"/>
      </a:hlink>
      <a:folHlink>
        <a:srgbClr val="666666"/>
      </a:folHlink>
    </a:clrScheme>
    <a:fontScheme name="Custom 2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239889-E6B0-4513-9F19-8DCB0CD1EE1B}" vid="{98C40509-C656-486A-A14C-DFB4A6080B10}"/>
    </a:ext>
  </a:extLst>
</a:theme>
</file>

<file path=ppt/theme/theme8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7d25a2-f4c2-41ef-b364-fbe5fd52d33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1AACA8D60A834CB8B8422FA7922DAF" ma:contentTypeVersion="11" ma:contentTypeDescription="Create a new document." ma:contentTypeScope="" ma:versionID="cb6767b93ad1d21a228a9504436fb1db">
  <xsd:schema xmlns:xsd="http://www.w3.org/2001/XMLSchema" xmlns:xs="http://www.w3.org/2001/XMLSchema" xmlns:p="http://schemas.microsoft.com/office/2006/metadata/properties" xmlns:ns2="487d25a2-f4c2-41ef-b364-fbe5fd52d333" targetNamespace="http://schemas.microsoft.com/office/2006/metadata/properties" ma:root="true" ma:fieldsID="50194ab822cd703609185111cfa12f77" ns2:_="">
    <xsd:import namespace="487d25a2-f4c2-41ef-b364-fbe5fd52d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d25a2-f4c2-41ef-b364-fbe5fd52d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9ad6aa7-8575-4c92-905b-36e127fe9e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C166B0-9E5E-498F-828F-F12B0C215E16}">
  <ds:schemaRefs>
    <ds:schemaRef ds:uri="http://schemas.microsoft.com/office/2006/metadata/properties"/>
    <ds:schemaRef ds:uri="http://purl.org/dc/terms/"/>
    <ds:schemaRef ds:uri="7e3bbf3f-1688-4127-bfeb-e6577cb435e3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07851540-2af7-412c-a247-071b6179ea96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A2F67A6-FAB2-42A7-AE04-016C853A54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CF7636-2F02-4BF1-BF56-A94F1BB0A6BF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518</Words>
  <Application>Microsoft Office PowerPoint</Application>
  <PresentationFormat>Szélesvásznú</PresentationFormat>
  <Paragraphs>115</Paragraphs>
  <Slides>3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7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18" baseType="lpstr">
      <vt:lpstr>Aptos</vt:lpstr>
      <vt:lpstr>Arial</vt:lpstr>
      <vt:lpstr>Calibri</vt:lpstr>
      <vt:lpstr>Trebuchet MS</vt:lpstr>
      <vt:lpstr>Wingdings</vt:lpstr>
      <vt:lpstr>Wingdings 2</vt:lpstr>
      <vt:lpstr>Wingdings 3</vt:lpstr>
      <vt:lpstr>BDOCFPPT</vt:lpstr>
      <vt:lpstr>Cover Pages</vt:lpstr>
      <vt:lpstr>Agenda</vt:lpstr>
      <vt:lpstr>Profiles</vt:lpstr>
      <vt:lpstr>Dividers</vt:lpstr>
      <vt:lpstr>Inner Pages</vt:lpstr>
      <vt:lpstr>1_Inner Pages</vt:lpstr>
      <vt:lpstr>think-cell Slide</vt:lpstr>
      <vt:lpstr>Indikatív ajánlatunk – fix összegű megbízási díj minden elvégzendő feladatra a Céltársaság pénzügyi átvilágítása során</vt:lpstr>
      <vt:lpstr>Indikatív ajánlatunk – fix összegű megbízási díj minden elvégzendő feladatra a Céltársaság adóügyi átvilágítása során</vt:lpstr>
      <vt:lpstr>Indikatív ajánlatunk – fix összegű megbízási díj minden elvégzendő feladatra a Céltársaság jogi átvilágítása során</vt:lpstr>
    </vt:vector>
  </TitlesOfParts>
  <Company>BDO Magyarország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Muzslai Barnabás</dc:creator>
  <cp:lastModifiedBy>Török Bálint</cp:lastModifiedBy>
  <cp:revision>17</cp:revision>
  <dcterms:created xsi:type="dcterms:W3CDTF">2024-07-10T08:28:39Z</dcterms:created>
  <dcterms:modified xsi:type="dcterms:W3CDTF">2024-11-05T15:04:45Z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0x010100BE1AACA8D60A834CB8B8422FA7922DAF</vt:lpwstr>
  </property>
  <property fmtid="{D5CDD505-2E9C-101B-9397-08002B2CF9AE}" pid="3" name="Order">
    <vt:r8>716600</vt:r8>
  </property>
</Properties>
</file>